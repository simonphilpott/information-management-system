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2"/>
  </p:sldMasterIdLst>
  <p:notesMasterIdLst>
    <p:notesMasterId r:id="rId24"/>
  </p:notesMasterIdLst>
  <p:handoutMasterIdLst>
    <p:handoutMasterId r:id="rId25"/>
  </p:handoutMasterIdLst>
  <p:sldIdLst>
    <p:sldId id="2147483608" r:id="rId13"/>
    <p:sldId id="2147483632" r:id="rId14"/>
    <p:sldId id="278" r:id="rId15"/>
    <p:sldId id="260" r:id="rId16"/>
    <p:sldId id="2147483618" r:id="rId17"/>
    <p:sldId id="2147483626" r:id="rId18"/>
    <p:sldId id="2147483619" r:id="rId19"/>
    <p:sldId id="2147483616" r:id="rId20"/>
    <p:sldId id="2147483617" r:id="rId21"/>
    <p:sldId id="2147483623" r:id="rId22"/>
    <p:sldId id="2147483620" r:id="rId23"/>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6312"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3C7"/>
    <a:srgbClr val="5E6A71"/>
    <a:srgbClr val="E5F5FB"/>
    <a:srgbClr val="898989"/>
    <a:srgbClr val="4464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6327"/>
  </p:normalViewPr>
  <p:slideViewPr>
    <p:cSldViewPr snapToGrid="0" showGuides="1">
      <p:cViewPr varScale="1">
        <p:scale>
          <a:sx n="93" d="100"/>
          <a:sy n="93" d="100"/>
        </p:scale>
        <p:origin x="84" y="384"/>
      </p:cViewPr>
      <p:guideLst>
        <p:guide pos="6312"/>
        <p:guide orient="horz" pos="2160"/>
      </p:guideLst>
    </p:cSldViewPr>
  </p:slideViewPr>
  <p:notesTextViewPr>
    <p:cViewPr>
      <p:scale>
        <a:sx n="3" d="2"/>
        <a:sy n="3" d="2"/>
      </p:scale>
      <p:origin x="0" y="0"/>
    </p:cViewPr>
  </p:notesTextViewPr>
  <p:sorterViewPr>
    <p:cViewPr>
      <p:scale>
        <a:sx n="1" d="1"/>
        <a:sy n="1" d="1"/>
      </p:scale>
      <p:origin x="0" y="0"/>
    </p:cViewPr>
  </p:sorterViewPr>
  <p:notesViewPr>
    <p:cSldViewPr snapToGrid="0" showGuides="1">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9.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viewProps" Target="viewProps.xml"/><Relationship Id="rId10" Type="http://schemas.openxmlformats.org/officeDocument/2006/relationships/customXml" Target="../customXml/item10.xml"/><Relationship Id="rId19" Type="http://schemas.openxmlformats.org/officeDocument/2006/relationships/slide" Target="slides/slide7.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FB123D-08BF-B6CE-29DE-6D9B5E50AA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FC4A47AA-A0F0-55D0-7BF2-5058BAEFC5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EF0D95-6ECD-40CD-8B70-FA182D377540}" type="datetime1">
              <a:rPr lang="en-GB" smtClean="0"/>
              <a:t>10/07/2026</a:t>
            </a:fld>
            <a:endParaRPr lang="en-GB"/>
          </a:p>
        </p:txBody>
      </p:sp>
      <p:sp>
        <p:nvSpPr>
          <p:cNvPr id="4" name="Footer Placeholder 3">
            <a:extLst>
              <a:ext uri="{FF2B5EF4-FFF2-40B4-BE49-F238E27FC236}">
                <a16:creationId xmlns:a16="http://schemas.microsoft.com/office/drawing/2014/main" id="{9BBB3B2C-8526-B57B-2F65-A814906FDF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14C3B26-2F9A-1826-2624-4861914A3B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02CA10-AE45-4940-801E-CC0415411732}" type="slidenum">
              <a:rPr lang="en-GB" smtClean="0"/>
              <a:t>‹#›</a:t>
            </a:fld>
            <a:endParaRPr lang="en-GB"/>
          </a:p>
        </p:txBody>
      </p:sp>
    </p:spTree>
    <p:extLst>
      <p:ext uri="{BB962C8B-B14F-4D97-AF65-F5344CB8AC3E}">
        <p14:creationId xmlns:p14="http://schemas.microsoft.com/office/powerpoint/2010/main" val="246098070"/>
      </p:ext>
    </p:extLst>
  </p:cSld>
  <p:clrMap bg1="lt1" tx1="dk1" bg2="lt2" tx2="dk2" accent1="accent1" accent2="accent2" accent3="accent3" accent4="accent4" accent5="accent5" accent6="accent6" hlink="hlink" folHlink="folHlink"/>
  <p:hf hdr="0" ftr="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C0B60-1DBF-4868-A7F8-85063B43DA8D}" type="datetime1">
              <a:rPr lang="en-GB" smtClean="0"/>
              <a:t>10/07/2026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F18F8-AF56-4E59-BD57-D5D5B540996F}" type="slidenum">
              <a:rPr lang="en-GB" smtClean="0"/>
              <a:t>‹#›</a:t>
            </a:fld>
            <a:endParaRPr lang="en-GB"/>
          </a:p>
        </p:txBody>
      </p:sp>
    </p:spTree>
    <p:extLst>
      <p:ext uri="{BB962C8B-B14F-4D97-AF65-F5344CB8AC3E}">
        <p14:creationId xmlns:p14="http://schemas.microsoft.com/office/powerpoint/2010/main" val="1669283606"/>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1">
    <p:spTree>
      <p:nvGrpSpPr>
        <p:cNvPr id="1" name=""/>
        <p:cNvGrpSpPr/>
        <p:nvPr/>
      </p:nvGrpSpPr>
      <p:grpSpPr>
        <a:xfrm>
          <a:off x="0" y="0"/>
          <a:ext cx="0" cy="0"/>
          <a:chOff x="0" y="0"/>
          <a:chExt cx="0" cy="0"/>
        </a:xfrm>
      </p:grpSpPr>
      <p:sp>
        <p:nvSpPr>
          <p:cNvPr id="9" name="Picture Placeholder 19">
            <a:extLst>
              <a:ext uri="{FF2B5EF4-FFF2-40B4-BE49-F238E27FC236}">
                <a16:creationId xmlns:a16="http://schemas.microsoft.com/office/drawing/2014/main" id="{3A27C53C-A32A-0047-E646-526B03AAD8DB}"/>
              </a:ext>
            </a:extLst>
          </p:cNvPr>
          <p:cNvSpPr>
            <a:spLocks noGrp="1"/>
          </p:cNvSpPr>
          <p:nvPr>
            <p:ph type="pic" sz="quarter" idx="11"/>
          </p:nvPr>
        </p:nvSpPr>
        <p:spPr>
          <a:xfrm>
            <a:off x="1" y="1"/>
            <a:ext cx="12192000" cy="6858000"/>
          </a:xfrm>
          <a:custGeom>
            <a:avLst/>
            <a:gdLst>
              <a:gd name="connsiteX0" fmla="*/ 6728087 w 12192000"/>
              <a:gd name="connsiteY0" fmla="*/ 604592 h 6858000"/>
              <a:gd name="connsiteX1" fmla="*/ 6728087 w 12192000"/>
              <a:gd name="connsiteY1" fmla="*/ 5475889 h 6858000"/>
              <a:gd name="connsiteX2" fmla="*/ 11582399 w 12192000"/>
              <a:gd name="connsiteY2" fmla="*/ 5475889 h 6858000"/>
              <a:gd name="connsiteX3" fmla="*/ 11582399 w 12192000"/>
              <a:gd name="connsiteY3" fmla="*/ 60459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6728087" y="604592"/>
                </a:moveTo>
                <a:lnTo>
                  <a:pt x="6728087" y="5475889"/>
                </a:lnTo>
                <a:lnTo>
                  <a:pt x="11582399" y="5475889"/>
                </a:lnTo>
                <a:lnTo>
                  <a:pt x="11582399" y="604592"/>
                </a:lnTo>
                <a:close/>
                <a:moveTo>
                  <a:pt x="0" y="0"/>
                </a:moveTo>
                <a:lnTo>
                  <a:pt x="12192000" y="0"/>
                </a:lnTo>
                <a:lnTo>
                  <a:pt x="12192000" y="6858000"/>
                </a:lnTo>
                <a:lnTo>
                  <a:pt x="0" y="6858000"/>
                </a:lnTo>
                <a:close/>
              </a:path>
            </a:pathLst>
          </a:custGeom>
          <a:solidFill>
            <a:schemeClr val="bg1">
              <a:lumMod val="85000"/>
            </a:schemeClr>
          </a:solidFill>
        </p:spPr>
        <p:txBody>
          <a:bodyPr wrap="square" lIns="2160000" bIns="0" anchor="ctr" anchorCtr="0">
            <a:noAutofit/>
          </a:bodyPr>
          <a:lstStyle>
            <a:lvl1pPr algn="l">
              <a:defRPr sz="2400">
                <a:solidFill>
                  <a:schemeClr val="accent1"/>
                </a:solidFill>
              </a:defRPr>
            </a:lvl1pPr>
          </a:lstStyle>
          <a:p>
            <a:endParaRPr lang="en-GB" dirty="0"/>
          </a:p>
        </p:txBody>
      </p:sp>
      <p:sp>
        <p:nvSpPr>
          <p:cNvPr id="2" name="Guides" hidden="1">
            <a:extLst>
              <a:ext uri="{FF2B5EF4-FFF2-40B4-BE49-F238E27FC236}">
                <a16:creationId xmlns:a16="http://schemas.microsoft.com/office/drawing/2014/main" id="{BA28B8FA-456E-F1E1-DE0F-6A0F874511FE}"/>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pic>
        <p:nvPicPr>
          <p:cNvPr id="940138572" name="Logo" descr="{&quot;templafy&quot;:{&quot;id&quot;:&quot;ce33f5b7-7395-4097-8a52-7a023c36eb27&quot;}}"/>
          <p:cNvPicPr>
            <a:picLocks noChangeAspect="1"/>
          </p:cNvPicPr>
          <p:nvPr/>
        </p:nvPicPr>
        <p:blipFill>
          <a:blip r:embed="rId3"/>
          <a:stretch>
            <a:fillRect/>
          </a:stretch>
        </p:blipFill>
        <p:spPr>
          <a:xfrm>
            <a:off x="9136841" y="912502"/>
            <a:ext cx="2142000" cy="305592"/>
          </a:xfrm>
          <a:prstGeom prst="rect">
            <a:avLst/>
          </a:prstGeom>
        </p:spPr>
      </p:pic>
      <p:pic>
        <p:nvPicPr>
          <p:cNvPr id="959277091" name="Logo wide" descr="{&quot;templafy&quot;:{&quot;id&quot;:&quot;2de2bc6b-3379-465a-8db0-f878a00d2896&quot;}}" hidden="1"/>
          <p:cNvPicPr>
            <a:picLocks noChangeAspect="1"/>
          </p:cNvPicPr>
          <p:nvPr/>
        </p:nvPicPr>
        <p:blipFill>
          <a:blip r:embed="rId3"/>
          <a:stretch>
            <a:fillRect/>
          </a:stretch>
        </p:blipFill>
        <p:spPr>
          <a:xfrm>
            <a:off x="7671534" y="912502"/>
            <a:ext cx="2142000" cy="305592"/>
          </a:xfrm>
          <a:prstGeom prst="rect">
            <a:avLst/>
          </a:prstGeom>
        </p:spPr>
      </p:pic>
      <p:sp>
        <p:nvSpPr>
          <p:cNvPr id="12" name="Subtitle">
            <a:extLst>
              <a:ext uri="{FF2B5EF4-FFF2-40B4-BE49-F238E27FC236}">
                <a16:creationId xmlns:a16="http://schemas.microsoft.com/office/drawing/2014/main" id="{E5AEABE8-1265-1527-783D-AB1E6EF82F57}"/>
              </a:ext>
            </a:extLst>
          </p:cNvPr>
          <p:cNvSpPr>
            <a:spLocks noGrp="1"/>
          </p:cNvSpPr>
          <p:nvPr>
            <p:ph type="body" sz="quarter" idx="12" hasCustomPrompt="1"/>
          </p:nvPr>
        </p:nvSpPr>
        <p:spPr>
          <a:xfrm>
            <a:off x="7035800" y="2582863"/>
            <a:ext cx="4468813" cy="668337"/>
          </a:xfrm>
        </p:spPr>
        <p:txBody>
          <a:bodyPr/>
          <a:lstStyle/>
          <a:p>
            <a:pPr lvl="0"/>
            <a:r>
              <a:rPr lang="en-US" dirty="0"/>
              <a:t>Subtitle</a:t>
            </a:r>
            <a:endParaRPr lang="en-GB" dirty="0"/>
          </a:p>
        </p:txBody>
      </p:sp>
      <p:sp>
        <p:nvSpPr>
          <p:cNvPr id="16" name="Title">
            <a:extLst>
              <a:ext uri="{FF2B5EF4-FFF2-40B4-BE49-F238E27FC236}">
                <a16:creationId xmlns:a16="http://schemas.microsoft.com/office/drawing/2014/main" id="{3404B66C-481D-1262-31FF-759989DF044F}"/>
              </a:ext>
            </a:extLst>
          </p:cNvPr>
          <p:cNvSpPr>
            <a:spLocks noGrp="1"/>
          </p:cNvSpPr>
          <p:nvPr>
            <p:ph type="title" hasCustomPrompt="1"/>
          </p:nvPr>
        </p:nvSpPr>
        <p:spPr>
          <a:xfrm>
            <a:off x="7043353" y="1512877"/>
            <a:ext cx="4460849" cy="965926"/>
          </a:xfrm>
        </p:spPr>
        <p:txBody>
          <a:bodyPr/>
          <a:lstStyle/>
          <a:p>
            <a:r>
              <a:rPr lang="en-US" dirty="0"/>
              <a:t>Title</a:t>
            </a:r>
            <a:endParaRPr lang="en-GB" dirty="0"/>
          </a:p>
        </p:txBody>
      </p:sp>
      <p:sp>
        <p:nvSpPr>
          <p:cNvPr id="3" name="Date Placeholder 3">
            <a:extLst>
              <a:ext uri="{FF2B5EF4-FFF2-40B4-BE49-F238E27FC236}">
                <a16:creationId xmlns:a16="http://schemas.microsoft.com/office/drawing/2014/main" id="{CB97BB33-0C65-7597-168B-FC298E2C00DA}"/>
              </a:ext>
            </a:extLst>
          </p:cNvPr>
          <p:cNvSpPr txBox="1">
            <a:spLocks/>
          </p:cNvSpPr>
          <p:nvPr userDrawn="1"/>
        </p:nvSpPr>
        <p:spPr>
          <a:xfrm>
            <a:off x="7050907" y="3013551"/>
            <a:ext cx="2830870" cy="270779"/>
          </a:xfrm>
          <a:prstGeom prst="rect">
            <a:avLst/>
          </a:prstGeom>
        </p:spPr>
        <p:txBody>
          <a:bodyPr vert="horz" lIns="0" tIns="0" rIns="0" bIns="0" rtlCol="0" anchor="t" anchorCtr="0">
            <a:noAutofit/>
          </a:bodyPr>
          <a:lstStyle>
            <a:defPPr>
              <a:defRPr lang="en-US"/>
            </a:defPPr>
            <a:lvl1pPr marL="0" algn="r" defTabSz="914400" rtl="0" eaLnBrk="1" latinLnBrk="0" hangingPunct="1">
              <a:lnSpc>
                <a:spcPct val="90000"/>
              </a:lnSpc>
              <a:defRPr sz="1200" kern="1200">
                <a:solidFill>
                  <a:schemeClr val="accent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870BBDC4-6FBB-4136-BFA5-1A80FACF7935}" type="datetime3">
              <a:rPr lang="en-GB" smtClean="0"/>
              <a:pPr algn="l"/>
              <a:t>10 July, 2026</a:t>
            </a:fld>
            <a:endParaRPr lang="en-GB" dirty="0"/>
          </a:p>
        </p:txBody>
      </p:sp>
      <p:pic>
        <p:nvPicPr>
          <p:cNvPr id="6" name="Picture 5" descr="Blue letters on a black background&#10;&#10;Description automatically generated">
            <a:extLst>
              <a:ext uri="{FF2B5EF4-FFF2-40B4-BE49-F238E27FC236}">
                <a16:creationId xmlns:a16="http://schemas.microsoft.com/office/drawing/2014/main" id="{0ABF27FE-FBC9-31B2-ED11-4D433012921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35800" y="4899025"/>
            <a:ext cx="2476500" cy="266700"/>
          </a:xfrm>
          <a:prstGeom prst="rect">
            <a:avLst/>
          </a:prstGeom>
        </p:spPr>
      </p:pic>
    </p:spTree>
    <p:extLst>
      <p:ext uri="{BB962C8B-B14F-4D97-AF65-F5344CB8AC3E}">
        <p14:creationId xmlns:p14="http://schemas.microsoft.com/office/powerpoint/2010/main" val="2486174767"/>
      </p:ext>
    </p:extLst>
  </p:cSld>
  <p:clrMapOvr>
    <a:masterClrMapping/>
  </p:clrMapOvr>
  <p:extLst>
    <p:ext uri="{DCECCB84-F9BA-43D5-87BE-67443E8EF086}">
      <p15:sldGuideLst xmlns:p15="http://schemas.microsoft.com/office/powerpoint/2012/main">
        <p15:guide id="1" orient="horz" pos="56">
          <p15:clr>
            <a:srgbClr val="8F8F8F"/>
          </p15:clr>
        </p15:guide>
        <p15:guide id="2" orient="horz" pos="3748">
          <p15:clr>
            <a:srgbClr val="8F8F8F"/>
          </p15:clr>
        </p15:guide>
        <p15:guide id="3" orient="horz" pos="1094">
          <p15:clr>
            <a:srgbClr val="FF96FF"/>
          </p15:clr>
        </p15:guide>
        <p15:guide id="4" orient="horz" pos="2704">
          <p15:clr>
            <a:srgbClr val="FF96FF"/>
          </p15:clr>
        </p15:guide>
        <p15:guide id="5" pos="453">
          <p15:clr>
            <a:srgbClr val="FF96FF"/>
          </p15:clr>
        </p15:guide>
        <p15:guide id="6" pos="7226">
          <p15:clr>
            <a:srgbClr val="FF96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over 2">
    <p:spTree>
      <p:nvGrpSpPr>
        <p:cNvPr id="1" name=""/>
        <p:cNvGrpSpPr/>
        <p:nvPr/>
      </p:nvGrpSpPr>
      <p:grpSpPr>
        <a:xfrm>
          <a:off x="0" y="0"/>
          <a:ext cx="0" cy="0"/>
          <a:chOff x="0" y="0"/>
          <a:chExt cx="0" cy="0"/>
        </a:xfrm>
      </p:grpSpPr>
      <p:sp>
        <p:nvSpPr>
          <p:cNvPr id="4" name="Guides" hidden="1">
            <a:extLst>
              <a:ext uri="{FF2B5EF4-FFF2-40B4-BE49-F238E27FC236}">
                <a16:creationId xmlns:a16="http://schemas.microsoft.com/office/drawing/2014/main" id="{AB420201-7CE1-0D9D-18B7-4BC6221801A2}"/>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pic>
        <p:nvPicPr>
          <p:cNvPr id="1478801014" name="Logo" descr="{&quot;templafy&quot;:{&quot;id&quot;:&quot;14e22b2c-6a43-4b94-b0c1-40bccd9ed370&quot;}}"/>
          <p:cNvPicPr>
            <a:picLocks noChangeAspect="1"/>
          </p:cNvPicPr>
          <p:nvPr/>
        </p:nvPicPr>
        <p:blipFill>
          <a:blip r:embed="rId3"/>
          <a:stretch>
            <a:fillRect/>
          </a:stretch>
        </p:blipFill>
        <p:spPr>
          <a:xfrm>
            <a:off x="9578256" y="622800"/>
            <a:ext cx="2142000" cy="305592"/>
          </a:xfrm>
          <a:prstGeom prst="rect">
            <a:avLst/>
          </a:prstGeom>
        </p:spPr>
      </p:pic>
      <p:pic>
        <p:nvPicPr>
          <p:cNvPr id="403952071" name="Logo wide" descr="{&quot;templafy&quot;:{&quot;id&quot;:&quot;93f4cdf6-5258-450a-ae1a-5fed5cdc89bc&quot;}}" hidden="1"/>
          <p:cNvPicPr>
            <a:picLocks noChangeAspect="1"/>
          </p:cNvPicPr>
          <p:nvPr/>
        </p:nvPicPr>
        <p:blipFill>
          <a:blip r:embed="rId3"/>
          <a:stretch>
            <a:fillRect/>
          </a:stretch>
        </p:blipFill>
        <p:spPr>
          <a:xfrm>
            <a:off x="8112949" y="622800"/>
            <a:ext cx="2142000" cy="305592"/>
          </a:xfrm>
          <a:prstGeom prst="rect">
            <a:avLst/>
          </a:prstGeom>
        </p:spPr>
      </p:pic>
      <p:sp>
        <p:nvSpPr>
          <p:cNvPr id="17" name="Picture Placeholder 10">
            <a:extLst>
              <a:ext uri="{FF2B5EF4-FFF2-40B4-BE49-F238E27FC236}">
                <a16:creationId xmlns:a16="http://schemas.microsoft.com/office/drawing/2014/main" id="{527B4802-83BC-9409-028A-85F3F7AED0CE}"/>
              </a:ext>
            </a:extLst>
          </p:cNvPr>
          <p:cNvSpPr>
            <a:spLocks noGrp="1"/>
          </p:cNvSpPr>
          <p:nvPr>
            <p:ph type="pic" sz="quarter" idx="12"/>
          </p:nvPr>
        </p:nvSpPr>
        <p:spPr>
          <a:xfrm>
            <a:off x="0" y="0"/>
            <a:ext cx="6096000" cy="6858000"/>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pic>
        <p:nvPicPr>
          <p:cNvPr id="5" name="Picture 4" descr="Logo&#10;&#10;Description automatically generated with medium confidence">
            <a:extLst>
              <a:ext uri="{FF2B5EF4-FFF2-40B4-BE49-F238E27FC236}">
                <a16:creationId xmlns:a16="http://schemas.microsoft.com/office/drawing/2014/main" id="{7E77EC35-07C4-BD6E-4437-A187F2179C7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62663" y="6348498"/>
            <a:ext cx="1562100" cy="127000"/>
          </a:xfrm>
          <a:prstGeom prst="rect">
            <a:avLst/>
          </a:prstGeom>
        </p:spPr>
      </p:pic>
      <p:sp>
        <p:nvSpPr>
          <p:cNvPr id="10" name="Subtitle">
            <a:extLst>
              <a:ext uri="{FF2B5EF4-FFF2-40B4-BE49-F238E27FC236}">
                <a16:creationId xmlns:a16="http://schemas.microsoft.com/office/drawing/2014/main" id="{49739A59-C87E-B920-D6D8-239F3C0C40E0}"/>
              </a:ext>
            </a:extLst>
          </p:cNvPr>
          <p:cNvSpPr>
            <a:spLocks noGrp="1"/>
          </p:cNvSpPr>
          <p:nvPr>
            <p:ph type="body" sz="quarter" idx="13" hasCustomPrompt="1"/>
          </p:nvPr>
        </p:nvSpPr>
        <p:spPr>
          <a:xfrm>
            <a:off x="7138988" y="2644648"/>
            <a:ext cx="4582392" cy="668337"/>
          </a:xfrm>
        </p:spPr>
        <p:txBody>
          <a:bodyPr/>
          <a:lstStyle>
            <a:lvl1pPr algn="r">
              <a:defRPr/>
            </a:lvl1pPr>
          </a:lstStyle>
          <a:p>
            <a:pPr lvl="0"/>
            <a:r>
              <a:rPr lang="en-US" dirty="0"/>
              <a:t>Subtitle</a:t>
            </a:r>
            <a:endParaRPr lang="en-GB" dirty="0"/>
          </a:p>
        </p:txBody>
      </p:sp>
      <p:sp>
        <p:nvSpPr>
          <p:cNvPr id="12" name="Title 11">
            <a:extLst>
              <a:ext uri="{FF2B5EF4-FFF2-40B4-BE49-F238E27FC236}">
                <a16:creationId xmlns:a16="http://schemas.microsoft.com/office/drawing/2014/main" id="{052B1DE1-C7C6-CBF1-DB5E-604226717A0B}"/>
              </a:ext>
            </a:extLst>
          </p:cNvPr>
          <p:cNvSpPr>
            <a:spLocks noGrp="1"/>
          </p:cNvSpPr>
          <p:nvPr>
            <p:ph type="title" hasCustomPrompt="1"/>
          </p:nvPr>
        </p:nvSpPr>
        <p:spPr>
          <a:xfrm>
            <a:off x="7138988" y="1547798"/>
            <a:ext cx="4582392" cy="965926"/>
          </a:xfrm>
        </p:spPr>
        <p:txBody>
          <a:bodyPr/>
          <a:lstStyle>
            <a:lvl1pPr algn="r">
              <a:defRPr/>
            </a:lvl1pPr>
          </a:lstStyle>
          <a:p>
            <a:r>
              <a:rPr lang="en-US" dirty="0"/>
              <a:t>Title</a:t>
            </a:r>
            <a:endParaRPr lang="en-GB" dirty="0"/>
          </a:p>
        </p:txBody>
      </p:sp>
      <p:sp>
        <p:nvSpPr>
          <p:cNvPr id="2" name="Date Placeholder 3">
            <a:extLst>
              <a:ext uri="{FF2B5EF4-FFF2-40B4-BE49-F238E27FC236}">
                <a16:creationId xmlns:a16="http://schemas.microsoft.com/office/drawing/2014/main" id="{8E8311C7-7A52-16DE-5C86-AB6438B3A3EC}"/>
              </a:ext>
            </a:extLst>
          </p:cNvPr>
          <p:cNvSpPr txBox="1">
            <a:spLocks/>
          </p:cNvSpPr>
          <p:nvPr userDrawn="1"/>
        </p:nvSpPr>
        <p:spPr>
          <a:xfrm>
            <a:off x="8978180" y="3443909"/>
            <a:ext cx="2743200" cy="270779"/>
          </a:xfrm>
          <a:prstGeom prst="rect">
            <a:avLst/>
          </a:prstGeom>
        </p:spPr>
        <p:txBody>
          <a:bodyPr vert="horz" lIns="0" tIns="0" rIns="0" bIns="0" rtlCol="0" anchor="t" anchorCtr="0">
            <a:noAutofit/>
          </a:bodyPr>
          <a:lstStyle>
            <a:defPPr>
              <a:defRPr lang="en-US"/>
            </a:defPPr>
            <a:lvl1pPr marL="0" algn="r" defTabSz="914400" rtl="0" eaLnBrk="1" latinLnBrk="0" hangingPunct="1">
              <a:lnSpc>
                <a:spcPct val="90000"/>
              </a:lnSpc>
              <a:defRPr sz="1200" kern="1200">
                <a:solidFill>
                  <a:schemeClr val="accent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0BBDC4-6FBB-4136-BFA5-1A80FACF7935}" type="datetime3">
              <a:rPr lang="en-GB" smtClean="0"/>
              <a:pPr/>
              <a:t>10 July, 2026</a:t>
            </a:fld>
            <a:endParaRPr lang="en-GB" dirty="0"/>
          </a:p>
        </p:txBody>
      </p:sp>
    </p:spTree>
    <p:extLst>
      <p:ext uri="{BB962C8B-B14F-4D97-AF65-F5344CB8AC3E}">
        <p14:creationId xmlns:p14="http://schemas.microsoft.com/office/powerpoint/2010/main" val="3154108575"/>
      </p:ext>
    </p:extLst>
  </p:cSld>
  <p:clrMapOvr>
    <a:masterClrMapping/>
  </p:clrMapOvr>
  <p:extLst>
    <p:ext uri="{DCECCB84-F9BA-43D5-87BE-67443E8EF086}">
      <p15:sldGuideLst xmlns:p15="http://schemas.microsoft.com/office/powerpoint/2012/main">
        <p15:guide id="1" orient="horz" pos="56">
          <p15:clr>
            <a:srgbClr val="8F8F8F"/>
          </p15:clr>
        </p15:guide>
        <p15:guide id="2" orient="horz" pos="664">
          <p15:clr>
            <a:srgbClr val="8F8F8F"/>
          </p15:clr>
        </p15:guide>
        <p15:guide id="3" orient="horz" pos="976">
          <p15:clr>
            <a:srgbClr val="FF96FF"/>
          </p15:clr>
        </p15:guide>
        <p15:guide id="4" orient="horz" pos="3344">
          <p15:clr>
            <a:srgbClr val="FF96FF"/>
          </p15:clr>
        </p15:guide>
        <p15:guide id="5" pos="290">
          <p15:clr>
            <a:srgbClr val="FF96FF"/>
          </p15:clr>
        </p15:guide>
        <p15:guide id="6" pos="7389">
          <p15:clr>
            <a:srgbClr val="FF96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Guides" hidden="1">
            <a:extLst>
              <a:ext uri="{FF2B5EF4-FFF2-40B4-BE49-F238E27FC236}">
                <a16:creationId xmlns:a16="http://schemas.microsoft.com/office/drawing/2014/main" id="{CDCA6A94-69C0-20D3-C24C-666752C10064}"/>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5" name="Text Placeholder 14">
            <a:extLst>
              <a:ext uri="{FF2B5EF4-FFF2-40B4-BE49-F238E27FC236}">
                <a16:creationId xmlns:a16="http://schemas.microsoft.com/office/drawing/2014/main" id="{F5C21A86-DCC5-26F6-EB16-E94BF14263AE}"/>
              </a:ext>
            </a:extLst>
          </p:cNvPr>
          <p:cNvSpPr>
            <a:spLocks noGrp="1"/>
          </p:cNvSpPr>
          <p:nvPr>
            <p:ph type="body" sz="quarter" idx="13" hasCustomPrompt="1"/>
          </p:nvPr>
        </p:nvSpPr>
        <p:spPr>
          <a:xfrm>
            <a:off x="719137" y="1439863"/>
            <a:ext cx="4564063" cy="4697412"/>
          </a:xfrm>
        </p:spPr>
        <p:txBody>
          <a:bodyPr>
            <a:noAutofit/>
          </a:bodyPr>
          <a:lstStyle>
            <a:lvl1pPr marL="342900" indent="-342900" defTabSz="1376363">
              <a:buFont typeface="+mj-lt"/>
              <a:buAutoNum type="arabicPeriod"/>
              <a:defRPr sz="1800" b="0">
                <a:solidFill>
                  <a:schemeClr val="accent1"/>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Click to edit Master text styles	</a:t>
            </a:r>
          </a:p>
          <a:p>
            <a:pPr lvl="0"/>
            <a:r>
              <a:rPr lang="en-US" dirty="0"/>
              <a:t>Click to edit Master text styles	</a:t>
            </a:r>
          </a:p>
          <a:p>
            <a:pPr lvl="0"/>
            <a:r>
              <a:rPr lang="en-US" dirty="0"/>
              <a:t>Click to edit Master text styles	</a:t>
            </a:r>
          </a:p>
          <a:p>
            <a:pPr lvl="0"/>
            <a:r>
              <a:rPr lang="en-US" dirty="0"/>
              <a:t>Click to edit Master text styles	</a:t>
            </a:r>
          </a:p>
        </p:txBody>
      </p:sp>
      <p:sp>
        <p:nvSpPr>
          <p:cNvPr id="6" name="Text Placeholder 14">
            <a:extLst>
              <a:ext uri="{FF2B5EF4-FFF2-40B4-BE49-F238E27FC236}">
                <a16:creationId xmlns:a16="http://schemas.microsoft.com/office/drawing/2014/main" id="{510DCB4B-B4D8-2AE9-90F2-F9B8EC58836B}"/>
              </a:ext>
            </a:extLst>
          </p:cNvPr>
          <p:cNvSpPr>
            <a:spLocks noGrp="1"/>
          </p:cNvSpPr>
          <p:nvPr>
            <p:ph type="body" sz="quarter" idx="15" hasCustomPrompt="1"/>
          </p:nvPr>
        </p:nvSpPr>
        <p:spPr>
          <a:xfrm>
            <a:off x="5493779" y="1439863"/>
            <a:ext cx="2321484" cy="4697413"/>
          </a:xfrm>
        </p:spPr>
        <p:txBody>
          <a:bodyPr>
            <a:noAutofit/>
          </a:bodyPr>
          <a:lstStyle>
            <a:lvl1pPr marL="0" indent="0" defTabSz="1376363">
              <a:buFont typeface="+mj-lt"/>
              <a:buNone/>
              <a:defRPr sz="1800" b="0">
                <a:solidFill>
                  <a:schemeClr val="accent2"/>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Presenter name</a:t>
            </a:r>
          </a:p>
          <a:p>
            <a:pPr lvl="0"/>
            <a:endParaRPr lang="en-US" dirty="0"/>
          </a:p>
        </p:txBody>
      </p:sp>
      <p:sp>
        <p:nvSpPr>
          <p:cNvPr id="7" name="Title 6">
            <a:extLst>
              <a:ext uri="{FF2B5EF4-FFF2-40B4-BE49-F238E27FC236}">
                <a16:creationId xmlns:a16="http://schemas.microsoft.com/office/drawing/2014/main" id="{60275290-CA04-3880-FAAC-E09EA1D05D7B}"/>
              </a:ext>
            </a:extLst>
          </p:cNvPr>
          <p:cNvSpPr>
            <a:spLocks noGrp="1"/>
          </p:cNvSpPr>
          <p:nvPr>
            <p:ph type="title"/>
          </p:nvPr>
        </p:nvSpPr>
        <p:spPr>
          <a:xfrm>
            <a:off x="733331" y="88900"/>
            <a:ext cx="7081932" cy="965926"/>
          </a:xfrm>
        </p:spPr>
        <p:txBody>
          <a:bodyPr/>
          <a:lstStyle/>
          <a:p>
            <a:r>
              <a:rPr lang="en-US" dirty="0"/>
              <a:t>Click to edit Master title style</a:t>
            </a:r>
            <a:endParaRPr lang="en-GB" dirty="0"/>
          </a:p>
        </p:txBody>
      </p:sp>
      <p:sp>
        <p:nvSpPr>
          <p:cNvPr id="8" name="Picture Placeholder 10">
            <a:extLst>
              <a:ext uri="{FF2B5EF4-FFF2-40B4-BE49-F238E27FC236}">
                <a16:creationId xmlns:a16="http://schemas.microsoft.com/office/drawing/2014/main" id="{F87BDECA-C1CE-477A-1965-C1282FF5EDF3}"/>
              </a:ext>
            </a:extLst>
          </p:cNvPr>
          <p:cNvSpPr>
            <a:spLocks noGrp="1"/>
          </p:cNvSpPr>
          <p:nvPr>
            <p:ph type="pic" sz="quarter" idx="11"/>
          </p:nvPr>
        </p:nvSpPr>
        <p:spPr>
          <a:xfrm>
            <a:off x="8031163" y="1"/>
            <a:ext cx="4160837" cy="6858000"/>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cxnSp>
        <p:nvCxnSpPr>
          <p:cNvPr id="12" name="Straight Connector 11">
            <a:extLst>
              <a:ext uri="{FF2B5EF4-FFF2-40B4-BE49-F238E27FC236}">
                <a16:creationId xmlns:a16="http://schemas.microsoft.com/office/drawing/2014/main" id="{A79ED151-8BDF-F4D7-7955-F53DA965EA2E}"/>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BD42A177-7D6A-BFD9-B09E-564461BBE673}"/>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9" name="Name_Title" descr="{&quot;templafy&quot;:{&quot;id&quot;:&quot;8c4b7cca-fbab-40ed-b455-60b6353e6c59&quot;}}">
            <a:extLst>
              <a:ext uri="{FF2B5EF4-FFF2-40B4-BE49-F238E27FC236}">
                <a16:creationId xmlns:a16="http://schemas.microsoft.com/office/drawing/2014/main" id="{67B89CF0-5F93-1581-3F4D-A3A4AC1FB7BC}"/>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71"/>
                </a:solidFill>
              </a:rPr>
              <a:t>Turner &amp; Townsend</a:t>
            </a:r>
          </a:p>
        </p:txBody>
      </p:sp>
      <p:sp>
        <p:nvSpPr>
          <p:cNvPr id="13" name="Footer Placeholder 12">
            <a:extLst>
              <a:ext uri="{FF2B5EF4-FFF2-40B4-BE49-F238E27FC236}">
                <a16:creationId xmlns:a16="http://schemas.microsoft.com/office/drawing/2014/main" id="{5EFA28E9-1F83-9912-904A-22A0FE49C781}"/>
              </a:ext>
            </a:extLst>
          </p:cNvPr>
          <p:cNvSpPr>
            <a:spLocks noGrp="1"/>
          </p:cNvSpPr>
          <p:nvPr>
            <p:ph type="ftr" sz="quarter" idx="17"/>
          </p:nvPr>
        </p:nvSpPr>
        <p:spPr/>
        <p:txBody>
          <a:bodyPr/>
          <a:lstStyle>
            <a:lvl1pPr>
              <a:defRPr>
                <a:solidFill>
                  <a:schemeClr val="bg1"/>
                </a:solidFill>
              </a:defRPr>
            </a:lvl1pPr>
          </a:lstStyle>
          <a:p>
            <a:r>
              <a:rPr lang="en-GB"/>
              <a:t>Confidential</a:t>
            </a:r>
            <a:endParaRPr lang="en-GB" dirty="0"/>
          </a:p>
        </p:txBody>
      </p:sp>
      <p:sp>
        <p:nvSpPr>
          <p:cNvPr id="14" name="Slide Number Placeholder 13">
            <a:extLst>
              <a:ext uri="{FF2B5EF4-FFF2-40B4-BE49-F238E27FC236}">
                <a16:creationId xmlns:a16="http://schemas.microsoft.com/office/drawing/2014/main" id="{1221BA3A-9F22-B5BC-DAD4-ACFA555B8DAE}"/>
              </a:ext>
            </a:extLst>
          </p:cNvPr>
          <p:cNvSpPr>
            <a:spLocks noGrp="1"/>
          </p:cNvSpPr>
          <p:nvPr>
            <p:ph type="sldNum" sz="quarter" idx="18"/>
          </p:nvPr>
        </p:nvSpPr>
        <p:spPr/>
        <p:txBody>
          <a:bodyPr/>
          <a:lstStyle>
            <a:lvl1pPr>
              <a:defRPr>
                <a:solidFill>
                  <a:schemeClr val="bg1"/>
                </a:solidFill>
              </a:defRPr>
            </a:lvl1pPr>
          </a:lstStyle>
          <a:p>
            <a:fld id="{75A6CFFB-7194-4088-A46E-B1739916A60C}" type="slidenum">
              <a:rPr lang="en-GB" smtClean="0"/>
              <a:pPr/>
              <a:t>‹#›</a:t>
            </a:fld>
            <a:endParaRPr lang="en-GB" dirty="0"/>
          </a:p>
        </p:txBody>
      </p:sp>
    </p:spTree>
    <p:extLst>
      <p:ext uri="{BB962C8B-B14F-4D97-AF65-F5344CB8AC3E}">
        <p14:creationId xmlns:p14="http://schemas.microsoft.com/office/powerpoint/2010/main" val="2366141855"/>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orient="horz" pos="4000" userDrawn="1">
          <p15:clr>
            <a:srgbClr val="8F8F8F"/>
          </p15:clr>
        </p15:guide>
        <p15:guide id="6" orient="horz" pos="4178" userDrawn="1">
          <p15:clr>
            <a:srgbClr val="8F8F8F"/>
          </p15:clr>
        </p15:guide>
        <p15:guide id="7" pos="453" userDrawn="1">
          <p15:clr>
            <a:srgbClr val="FF96FF"/>
          </p15:clr>
        </p15:guide>
        <p15:guide id="8" pos="3341" userDrawn="1">
          <p15:clr>
            <a:srgbClr val="FF96FF"/>
          </p15:clr>
        </p15:guide>
        <p15:guide id="9" pos="3454" userDrawn="1">
          <p15:clr>
            <a:srgbClr val="FF96FF"/>
          </p15:clr>
        </p15:guide>
        <p15:guide id="10" pos="4923" userDrawn="1">
          <p15:clr>
            <a:srgbClr val="FF96FF"/>
          </p15:clr>
        </p15:guide>
        <p15:guide id="11" pos="5059" userDrawn="1">
          <p15:clr>
            <a:srgbClr val="FF96FF"/>
          </p15:clr>
        </p15:guide>
        <p15:guide id="12" pos="7219" userDrawn="1">
          <p15:clr>
            <a:srgbClr val="FF96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Agenda">
    <p:spTree>
      <p:nvGrpSpPr>
        <p:cNvPr id="1" name=""/>
        <p:cNvGrpSpPr/>
        <p:nvPr/>
      </p:nvGrpSpPr>
      <p:grpSpPr>
        <a:xfrm>
          <a:off x="0" y="0"/>
          <a:ext cx="0" cy="0"/>
          <a:chOff x="0" y="0"/>
          <a:chExt cx="0" cy="0"/>
        </a:xfrm>
      </p:grpSpPr>
      <p:sp>
        <p:nvSpPr>
          <p:cNvPr id="4" name="Guides" hidden="1">
            <a:extLst>
              <a:ext uri="{FF2B5EF4-FFF2-40B4-BE49-F238E27FC236}">
                <a16:creationId xmlns:a16="http://schemas.microsoft.com/office/drawing/2014/main" id="{CDCA6A94-69C0-20D3-C24C-666752C10064}"/>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7" name="Title 6">
            <a:extLst>
              <a:ext uri="{FF2B5EF4-FFF2-40B4-BE49-F238E27FC236}">
                <a16:creationId xmlns:a16="http://schemas.microsoft.com/office/drawing/2014/main" id="{60275290-CA04-3880-FAAC-E09EA1D05D7B}"/>
              </a:ext>
            </a:extLst>
          </p:cNvPr>
          <p:cNvSpPr>
            <a:spLocks noGrp="1"/>
          </p:cNvSpPr>
          <p:nvPr>
            <p:ph type="title"/>
          </p:nvPr>
        </p:nvSpPr>
        <p:spPr>
          <a:xfrm>
            <a:off x="733331" y="88900"/>
            <a:ext cx="7081932" cy="965926"/>
          </a:xfrm>
        </p:spPr>
        <p:txBody>
          <a:bodyPr/>
          <a:lstStyle/>
          <a:p>
            <a:r>
              <a:rPr lang="en-US" dirty="0"/>
              <a:t>Click to edit Master title style</a:t>
            </a:r>
            <a:endParaRPr lang="en-GB" dirty="0"/>
          </a:p>
        </p:txBody>
      </p:sp>
      <p:sp>
        <p:nvSpPr>
          <p:cNvPr id="8" name="Picture Placeholder 10">
            <a:extLst>
              <a:ext uri="{FF2B5EF4-FFF2-40B4-BE49-F238E27FC236}">
                <a16:creationId xmlns:a16="http://schemas.microsoft.com/office/drawing/2014/main" id="{F87BDECA-C1CE-477A-1965-C1282FF5EDF3}"/>
              </a:ext>
            </a:extLst>
          </p:cNvPr>
          <p:cNvSpPr>
            <a:spLocks noGrp="1"/>
          </p:cNvSpPr>
          <p:nvPr>
            <p:ph type="pic" sz="quarter" idx="11"/>
          </p:nvPr>
        </p:nvSpPr>
        <p:spPr>
          <a:xfrm>
            <a:off x="8031163" y="1"/>
            <a:ext cx="4160837" cy="6858000"/>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cxnSp>
        <p:nvCxnSpPr>
          <p:cNvPr id="12" name="Straight Connector 11">
            <a:extLst>
              <a:ext uri="{FF2B5EF4-FFF2-40B4-BE49-F238E27FC236}">
                <a16:creationId xmlns:a16="http://schemas.microsoft.com/office/drawing/2014/main" id="{A79ED151-8BDF-F4D7-7955-F53DA965EA2E}"/>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14">
            <a:extLst>
              <a:ext uri="{FF2B5EF4-FFF2-40B4-BE49-F238E27FC236}">
                <a16:creationId xmlns:a16="http://schemas.microsoft.com/office/drawing/2014/main" id="{385541B1-58BE-5FD0-5314-A3FCB480D1C5}"/>
              </a:ext>
            </a:extLst>
          </p:cNvPr>
          <p:cNvSpPr>
            <a:spLocks noGrp="1"/>
          </p:cNvSpPr>
          <p:nvPr>
            <p:ph type="body" sz="quarter" idx="13"/>
          </p:nvPr>
        </p:nvSpPr>
        <p:spPr>
          <a:xfrm>
            <a:off x="1634591" y="1448572"/>
            <a:ext cx="3669247" cy="4697412"/>
          </a:xfrm>
        </p:spPr>
        <p:txBody>
          <a:bodyPr>
            <a:noAutofit/>
          </a:bodyPr>
          <a:lstStyle>
            <a:lvl1pPr marL="0" indent="0" defTabSz="1376363">
              <a:buFont typeface="+mj-lt"/>
              <a:buNone/>
              <a:defRPr sz="1800" b="0">
                <a:solidFill>
                  <a:schemeClr val="accent1"/>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Click to edit Master text styles</a:t>
            </a:r>
          </a:p>
          <a:p>
            <a:pPr lvl="0"/>
            <a:r>
              <a:rPr lang="en-US" dirty="0"/>
              <a:t>Click to edit Master text styles</a:t>
            </a:r>
          </a:p>
          <a:p>
            <a:pPr lvl="0"/>
            <a:r>
              <a:rPr lang="en-US" dirty="0"/>
              <a:t>Click to edit Master text styles</a:t>
            </a:r>
          </a:p>
          <a:p>
            <a:pPr lvl="0"/>
            <a:r>
              <a:rPr lang="en-US" dirty="0"/>
              <a:t>Click to edit Master text styles	</a:t>
            </a:r>
          </a:p>
        </p:txBody>
      </p:sp>
      <p:sp>
        <p:nvSpPr>
          <p:cNvPr id="9" name="Text Placeholder 14">
            <a:extLst>
              <a:ext uri="{FF2B5EF4-FFF2-40B4-BE49-F238E27FC236}">
                <a16:creationId xmlns:a16="http://schemas.microsoft.com/office/drawing/2014/main" id="{B7960D50-BEF9-F7DA-4F10-FC5CBFF6351B}"/>
              </a:ext>
            </a:extLst>
          </p:cNvPr>
          <p:cNvSpPr>
            <a:spLocks noGrp="1"/>
          </p:cNvSpPr>
          <p:nvPr>
            <p:ph type="body" sz="quarter" idx="15" hasCustomPrompt="1"/>
          </p:nvPr>
        </p:nvSpPr>
        <p:spPr>
          <a:xfrm>
            <a:off x="5493779" y="1448572"/>
            <a:ext cx="2321484" cy="4697413"/>
          </a:xfrm>
        </p:spPr>
        <p:txBody>
          <a:bodyPr>
            <a:noAutofit/>
          </a:bodyPr>
          <a:lstStyle>
            <a:lvl1pPr marL="0" indent="0" defTabSz="1376363">
              <a:buFont typeface="+mj-lt"/>
              <a:buNone/>
              <a:defRPr sz="1800" b="0">
                <a:solidFill>
                  <a:schemeClr val="accent2"/>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Presenter name</a:t>
            </a:r>
          </a:p>
          <a:p>
            <a:pPr lvl="0"/>
            <a:endParaRPr lang="en-US" dirty="0"/>
          </a:p>
        </p:txBody>
      </p:sp>
      <p:sp>
        <p:nvSpPr>
          <p:cNvPr id="10" name="Text Placeholder 14">
            <a:extLst>
              <a:ext uri="{FF2B5EF4-FFF2-40B4-BE49-F238E27FC236}">
                <a16:creationId xmlns:a16="http://schemas.microsoft.com/office/drawing/2014/main" id="{B2AC35FE-D386-699C-B22D-3E5438509CCD}"/>
              </a:ext>
            </a:extLst>
          </p:cNvPr>
          <p:cNvSpPr>
            <a:spLocks noGrp="1"/>
          </p:cNvSpPr>
          <p:nvPr>
            <p:ph type="body" sz="quarter" idx="19" hasCustomPrompt="1"/>
          </p:nvPr>
        </p:nvSpPr>
        <p:spPr>
          <a:xfrm>
            <a:off x="733332" y="1448572"/>
            <a:ext cx="771787" cy="4697412"/>
          </a:xfrm>
        </p:spPr>
        <p:txBody>
          <a:bodyPr>
            <a:noAutofit/>
          </a:bodyPr>
          <a:lstStyle>
            <a:lvl1pPr marL="0" indent="0" defTabSz="1376363">
              <a:buFont typeface="+mj-lt"/>
              <a:buNone/>
              <a:defRPr sz="1800" b="0">
                <a:solidFill>
                  <a:schemeClr val="accent1"/>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00:00</a:t>
            </a:r>
          </a:p>
          <a:p>
            <a:pPr lvl="0"/>
            <a:r>
              <a:rPr lang="en-US" dirty="0"/>
              <a:t>00:00</a:t>
            </a:r>
          </a:p>
          <a:p>
            <a:pPr lvl="0"/>
            <a:r>
              <a:rPr lang="en-US" dirty="0"/>
              <a:t>00:00</a:t>
            </a:r>
          </a:p>
          <a:p>
            <a:pPr lvl="0"/>
            <a:r>
              <a:rPr lang="en-US" dirty="0"/>
              <a:t>00:00</a:t>
            </a:r>
          </a:p>
          <a:p>
            <a:pPr marL="0" marR="0" lvl="0" indent="0" algn="l" defTabSz="1376363" rtl="0" eaLnBrk="1" fontAlgn="auto" latinLnBrk="0" hangingPunct="1">
              <a:lnSpc>
                <a:spcPct val="105000"/>
              </a:lnSpc>
              <a:spcBef>
                <a:spcPts val="0"/>
              </a:spcBef>
              <a:spcAft>
                <a:spcPts val="600"/>
              </a:spcAft>
              <a:buClrTx/>
              <a:buSzTx/>
              <a:buFont typeface="+mj-lt"/>
              <a:buNone/>
              <a:tabLst/>
              <a:defRPr/>
            </a:pPr>
            <a:endParaRPr lang="en-US" dirty="0"/>
          </a:p>
        </p:txBody>
      </p:sp>
      <p:sp>
        <p:nvSpPr>
          <p:cNvPr id="2" name="Rectangle 1">
            <a:extLst>
              <a:ext uri="{FF2B5EF4-FFF2-40B4-BE49-F238E27FC236}">
                <a16:creationId xmlns:a16="http://schemas.microsoft.com/office/drawing/2014/main" id="{939E027D-72ED-12C8-BD3C-24886C70B3D1}"/>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6" name="Name_Title" descr="{&quot;templafy&quot;:{&quot;id&quot;:&quot;b8873e68-30bd-4566-88ea-809d44a7f935&quot;}}">
            <a:extLst>
              <a:ext uri="{FF2B5EF4-FFF2-40B4-BE49-F238E27FC236}">
                <a16:creationId xmlns:a16="http://schemas.microsoft.com/office/drawing/2014/main" id="{C7FDBC14-9CE4-B4A5-9E76-94C255575C24}"/>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71"/>
                </a:solidFill>
              </a:rPr>
              <a:t>Turner &amp; Townsend</a:t>
            </a:r>
          </a:p>
        </p:txBody>
      </p:sp>
      <p:sp>
        <p:nvSpPr>
          <p:cNvPr id="13" name="Footer Placeholder 12">
            <a:extLst>
              <a:ext uri="{FF2B5EF4-FFF2-40B4-BE49-F238E27FC236}">
                <a16:creationId xmlns:a16="http://schemas.microsoft.com/office/drawing/2014/main" id="{2B5A5D27-40F9-522E-69DE-EB8D68E42A86}"/>
              </a:ext>
            </a:extLst>
          </p:cNvPr>
          <p:cNvSpPr>
            <a:spLocks noGrp="1"/>
          </p:cNvSpPr>
          <p:nvPr>
            <p:ph type="ftr" sz="quarter" idx="17"/>
          </p:nvPr>
        </p:nvSpPr>
        <p:spPr>
          <a:xfrm>
            <a:off x="7213600" y="6236878"/>
            <a:ext cx="4150360" cy="282574"/>
          </a:xfrm>
        </p:spPr>
        <p:txBody>
          <a:bodyPr/>
          <a:lstStyle>
            <a:lvl1pPr>
              <a:defRPr>
                <a:solidFill>
                  <a:schemeClr val="bg1"/>
                </a:solidFill>
              </a:defRPr>
            </a:lvl1pPr>
          </a:lstStyle>
          <a:p>
            <a:r>
              <a:rPr lang="en-GB"/>
              <a:t>Confidential</a:t>
            </a:r>
            <a:endParaRPr lang="en-GB" dirty="0"/>
          </a:p>
        </p:txBody>
      </p:sp>
      <p:sp>
        <p:nvSpPr>
          <p:cNvPr id="14" name="Slide Number Placeholder 13">
            <a:extLst>
              <a:ext uri="{FF2B5EF4-FFF2-40B4-BE49-F238E27FC236}">
                <a16:creationId xmlns:a16="http://schemas.microsoft.com/office/drawing/2014/main" id="{C9A10158-C695-714B-CC51-DC84A8736DB4}"/>
              </a:ext>
            </a:extLst>
          </p:cNvPr>
          <p:cNvSpPr>
            <a:spLocks noGrp="1"/>
          </p:cNvSpPr>
          <p:nvPr>
            <p:ph type="sldNum" sz="quarter" idx="18"/>
          </p:nvPr>
        </p:nvSpPr>
        <p:spPr>
          <a:xfrm>
            <a:off x="11471275" y="6236877"/>
            <a:ext cx="284310" cy="282574"/>
          </a:xfrm>
        </p:spPr>
        <p:txBody>
          <a:bodyPr/>
          <a:lstStyle>
            <a:lvl1pPr>
              <a:defRPr>
                <a:solidFill>
                  <a:schemeClr val="bg1"/>
                </a:solidFill>
              </a:defRPr>
            </a:lvl1pPr>
          </a:lstStyle>
          <a:p>
            <a:fld id="{75A6CFFB-7194-4088-A46E-B1739916A60C}" type="slidenum">
              <a:rPr lang="en-GB" smtClean="0"/>
              <a:pPr/>
              <a:t>‹#›</a:t>
            </a:fld>
            <a:endParaRPr lang="en-GB" dirty="0"/>
          </a:p>
        </p:txBody>
      </p:sp>
    </p:spTree>
    <p:extLst>
      <p:ext uri="{BB962C8B-B14F-4D97-AF65-F5344CB8AC3E}">
        <p14:creationId xmlns:p14="http://schemas.microsoft.com/office/powerpoint/2010/main" val="743156628"/>
      </p:ext>
    </p:extLst>
  </p:cSld>
  <p:clrMapOvr>
    <a:masterClrMapping/>
  </p:clrMapOvr>
  <p:extLst>
    <p:ext uri="{DCECCB84-F9BA-43D5-87BE-67443E8EF086}">
      <p15:sldGuideLst xmlns:p15="http://schemas.microsoft.com/office/powerpoint/2012/main">
        <p15:guide id="1" orient="horz" pos="56">
          <p15:clr>
            <a:srgbClr val="8F8F8F"/>
          </p15:clr>
        </p15:guide>
        <p15:guide id="2" orient="horz" pos="664">
          <p15:clr>
            <a:srgbClr val="8F8F8F"/>
          </p15:clr>
        </p15:guide>
        <p15:guide id="3" orient="horz" pos="907">
          <p15:clr>
            <a:srgbClr val="FF96FF"/>
          </p15:clr>
        </p15:guide>
        <p15:guide id="4" orient="horz" pos="3866">
          <p15:clr>
            <a:srgbClr val="FF96FF"/>
          </p15:clr>
        </p15:guide>
        <p15:guide id="5" orient="horz" pos="4000">
          <p15:clr>
            <a:srgbClr val="8F8F8F"/>
          </p15:clr>
        </p15:guide>
        <p15:guide id="6" orient="horz" pos="4178">
          <p15:clr>
            <a:srgbClr val="8F8F8F"/>
          </p15:clr>
        </p15:guide>
        <p15:guide id="7" pos="453">
          <p15:clr>
            <a:srgbClr val="FF96FF"/>
          </p15:clr>
        </p15:guide>
        <p15:guide id="8" pos="3341">
          <p15:clr>
            <a:srgbClr val="FF96FF"/>
          </p15:clr>
        </p15:guide>
        <p15:guide id="9" pos="3454">
          <p15:clr>
            <a:srgbClr val="FF96FF"/>
          </p15:clr>
        </p15:guide>
        <p15:guide id="10" pos="4923">
          <p15:clr>
            <a:srgbClr val="FF96FF"/>
          </p15:clr>
        </p15:guide>
        <p15:guide id="11" pos="5059">
          <p15:clr>
            <a:srgbClr val="FF96FF"/>
          </p15:clr>
        </p15:guide>
        <p15:guide id="12" pos="7219">
          <p15:clr>
            <a:srgbClr val="FF96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Agenda &amp; Speaker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94F30C-FE77-A379-EF1E-59E9C31D2871}"/>
              </a:ext>
            </a:extLst>
          </p:cNvPr>
          <p:cNvSpPr/>
          <p:nvPr userDrawn="1"/>
        </p:nvSpPr>
        <p:spPr>
          <a:xfrm>
            <a:off x="8031163" y="0"/>
            <a:ext cx="4160837" cy="6858000"/>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a:solidFill>
                <a:srgbClr val="E5F5FB"/>
              </a:solidFill>
            </a:endParaRPr>
          </a:p>
        </p:txBody>
      </p:sp>
      <p:sp>
        <p:nvSpPr>
          <p:cNvPr id="5" name="Guides" hidden="1">
            <a:extLst>
              <a:ext uri="{FF2B5EF4-FFF2-40B4-BE49-F238E27FC236}">
                <a16:creationId xmlns:a16="http://schemas.microsoft.com/office/drawing/2014/main" id="{D48CEB4E-01F4-425C-8063-FFC070A8F356}"/>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36" name="Title 35">
            <a:extLst>
              <a:ext uri="{FF2B5EF4-FFF2-40B4-BE49-F238E27FC236}">
                <a16:creationId xmlns:a16="http://schemas.microsoft.com/office/drawing/2014/main" id="{90187C2C-4D68-9193-D875-C40DCB49A2F5}"/>
              </a:ext>
            </a:extLst>
          </p:cNvPr>
          <p:cNvSpPr>
            <a:spLocks noGrp="1"/>
          </p:cNvSpPr>
          <p:nvPr>
            <p:ph type="title"/>
          </p:nvPr>
        </p:nvSpPr>
        <p:spPr>
          <a:xfrm>
            <a:off x="733331" y="88900"/>
            <a:ext cx="7081932" cy="965926"/>
          </a:xfrm>
        </p:spPr>
        <p:txBody>
          <a:bodyPr>
            <a:noAutofit/>
          </a:bodyPr>
          <a:lstStyle/>
          <a:p>
            <a:r>
              <a:rPr lang="en-US"/>
              <a:t>Click to edit Master title style</a:t>
            </a:r>
            <a:endParaRPr lang="en-GB"/>
          </a:p>
        </p:txBody>
      </p:sp>
      <p:sp>
        <p:nvSpPr>
          <p:cNvPr id="2" name="Text Placeholder 14">
            <a:extLst>
              <a:ext uri="{FF2B5EF4-FFF2-40B4-BE49-F238E27FC236}">
                <a16:creationId xmlns:a16="http://schemas.microsoft.com/office/drawing/2014/main" id="{F7ACCA64-D724-16BE-43B9-50A80CA86FC9}"/>
              </a:ext>
            </a:extLst>
          </p:cNvPr>
          <p:cNvSpPr>
            <a:spLocks noGrp="1"/>
          </p:cNvSpPr>
          <p:nvPr>
            <p:ph type="body" sz="quarter" idx="13" hasCustomPrompt="1"/>
          </p:nvPr>
        </p:nvSpPr>
        <p:spPr>
          <a:xfrm>
            <a:off x="719137" y="1439863"/>
            <a:ext cx="4564063" cy="4697412"/>
          </a:xfrm>
        </p:spPr>
        <p:txBody>
          <a:bodyPr>
            <a:noAutofit/>
          </a:bodyPr>
          <a:lstStyle>
            <a:lvl1pPr marL="342900" indent="-342900" defTabSz="1376363">
              <a:buFont typeface="+mj-lt"/>
              <a:buAutoNum type="arabicPeriod"/>
              <a:defRPr sz="1800" b="0">
                <a:solidFill>
                  <a:schemeClr val="accent1"/>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Click to edit Master text styles	</a:t>
            </a:r>
          </a:p>
          <a:p>
            <a:pPr lvl="0"/>
            <a:r>
              <a:rPr lang="en-US" dirty="0"/>
              <a:t>Click to edit Master text styles	</a:t>
            </a:r>
          </a:p>
          <a:p>
            <a:pPr lvl="0"/>
            <a:r>
              <a:rPr lang="en-US" dirty="0"/>
              <a:t>Click to edit Master text styles	</a:t>
            </a:r>
          </a:p>
          <a:p>
            <a:pPr lvl="0"/>
            <a:r>
              <a:rPr lang="en-US" dirty="0"/>
              <a:t>Click to edit Master text styles	</a:t>
            </a:r>
          </a:p>
        </p:txBody>
      </p:sp>
      <p:sp>
        <p:nvSpPr>
          <p:cNvPr id="6" name="Text Placeholder 14">
            <a:extLst>
              <a:ext uri="{FF2B5EF4-FFF2-40B4-BE49-F238E27FC236}">
                <a16:creationId xmlns:a16="http://schemas.microsoft.com/office/drawing/2014/main" id="{A4B4E58C-8EED-B423-B2F2-5C5FE9D2ADD2}"/>
              </a:ext>
            </a:extLst>
          </p:cNvPr>
          <p:cNvSpPr>
            <a:spLocks noGrp="1"/>
          </p:cNvSpPr>
          <p:nvPr>
            <p:ph type="body" sz="quarter" idx="15" hasCustomPrompt="1"/>
          </p:nvPr>
        </p:nvSpPr>
        <p:spPr>
          <a:xfrm>
            <a:off x="5493779" y="1439863"/>
            <a:ext cx="2321484" cy="4697413"/>
          </a:xfrm>
        </p:spPr>
        <p:txBody>
          <a:bodyPr>
            <a:noAutofit/>
          </a:bodyPr>
          <a:lstStyle>
            <a:lvl1pPr marL="0" indent="0" defTabSz="1376363">
              <a:buFont typeface="+mj-lt"/>
              <a:buNone/>
              <a:defRPr sz="1800" b="0">
                <a:solidFill>
                  <a:schemeClr val="accent2"/>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Presenter name</a:t>
            </a:r>
          </a:p>
          <a:p>
            <a:pPr lvl="0"/>
            <a:endParaRPr lang="en-US" dirty="0"/>
          </a:p>
        </p:txBody>
      </p:sp>
      <p:sp>
        <p:nvSpPr>
          <p:cNvPr id="7" name="Picture Placeholder 5">
            <a:extLst>
              <a:ext uri="{FF2B5EF4-FFF2-40B4-BE49-F238E27FC236}">
                <a16:creationId xmlns:a16="http://schemas.microsoft.com/office/drawing/2014/main" id="{ABEDCAD7-BC9E-7794-06C5-470C169C7F78}"/>
              </a:ext>
            </a:extLst>
          </p:cNvPr>
          <p:cNvSpPr>
            <a:spLocks noGrp="1"/>
          </p:cNvSpPr>
          <p:nvPr>
            <p:ph type="pic" sz="quarter" idx="16"/>
          </p:nvPr>
        </p:nvSpPr>
        <p:spPr>
          <a:xfrm>
            <a:off x="8339296" y="1439863"/>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9" name="Picture Placeholder 5">
            <a:extLst>
              <a:ext uri="{FF2B5EF4-FFF2-40B4-BE49-F238E27FC236}">
                <a16:creationId xmlns:a16="http://schemas.microsoft.com/office/drawing/2014/main" id="{6CA5FAE7-76F3-A8ED-7D34-7B5100B984FA}"/>
              </a:ext>
            </a:extLst>
          </p:cNvPr>
          <p:cNvSpPr>
            <a:spLocks noGrp="1"/>
          </p:cNvSpPr>
          <p:nvPr>
            <p:ph type="pic" sz="quarter" idx="18"/>
          </p:nvPr>
        </p:nvSpPr>
        <p:spPr>
          <a:xfrm>
            <a:off x="8339296" y="3046986"/>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10" name="Picture Placeholder 5">
            <a:extLst>
              <a:ext uri="{FF2B5EF4-FFF2-40B4-BE49-F238E27FC236}">
                <a16:creationId xmlns:a16="http://schemas.microsoft.com/office/drawing/2014/main" id="{78177856-7A6F-F3B5-E75D-7E253EF9742B}"/>
              </a:ext>
            </a:extLst>
          </p:cNvPr>
          <p:cNvSpPr>
            <a:spLocks noGrp="1"/>
          </p:cNvSpPr>
          <p:nvPr>
            <p:ph type="pic" sz="quarter" idx="20"/>
          </p:nvPr>
        </p:nvSpPr>
        <p:spPr>
          <a:xfrm>
            <a:off x="8339296" y="4654110"/>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dirty="0"/>
          </a:p>
        </p:txBody>
      </p:sp>
      <p:sp>
        <p:nvSpPr>
          <p:cNvPr id="11" name="Text Placeholder 7">
            <a:extLst>
              <a:ext uri="{FF2B5EF4-FFF2-40B4-BE49-F238E27FC236}">
                <a16:creationId xmlns:a16="http://schemas.microsoft.com/office/drawing/2014/main" id="{1F88F83C-4944-8256-CB03-D396FA3ADD7E}"/>
              </a:ext>
            </a:extLst>
          </p:cNvPr>
          <p:cNvSpPr>
            <a:spLocks noGrp="1"/>
          </p:cNvSpPr>
          <p:nvPr>
            <p:ph type="body" sz="quarter" idx="41" hasCustomPrompt="1"/>
          </p:nvPr>
        </p:nvSpPr>
        <p:spPr>
          <a:xfrm>
            <a:off x="8334834" y="246039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13" name="Text Placeholder 7">
            <a:extLst>
              <a:ext uri="{FF2B5EF4-FFF2-40B4-BE49-F238E27FC236}">
                <a16:creationId xmlns:a16="http://schemas.microsoft.com/office/drawing/2014/main" id="{DBE0A4E3-2435-8954-420D-2473FEEE4772}"/>
              </a:ext>
            </a:extLst>
          </p:cNvPr>
          <p:cNvSpPr>
            <a:spLocks noGrp="1"/>
          </p:cNvSpPr>
          <p:nvPr>
            <p:ph type="body" sz="quarter" idx="42" hasCustomPrompt="1"/>
          </p:nvPr>
        </p:nvSpPr>
        <p:spPr>
          <a:xfrm>
            <a:off x="8334834" y="268212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14" name="Text Placeholder 7">
            <a:extLst>
              <a:ext uri="{FF2B5EF4-FFF2-40B4-BE49-F238E27FC236}">
                <a16:creationId xmlns:a16="http://schemas.microsoft.com/office/drawing/2014/main" id="{129D6A3B-186F-C403-E4A5-F29CE74EF6A0}"/>
              </a:ext>
            </a:extLst>
          </p:cNvPr>
          <p:cNvSpPr>
            <a:spLocks noGrp="1"/>
          </p:cNvSpPr>
          <p:nvPr>
            <p:ph type="body" sz="quarter" idx="57" hasCustomPrompt="1"/>
          </p:nvPr>
        </p:nvSpPr>
        <p:spPr>
          <a:xfrm>
            <a:off x="8340931" y="5672084"/>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15" name="Text Placeholder 7">
            <a:extLst>
              <a:ext uri="{FF2B5EF4-FFF2-40B4-BE49-F238E27FC236}">
                <a16:creationId xmlns:a16="http://schemas.microsoft.com/office/drawing/2014/main" id="{27396A74-23F2-AC9E-12DB-D3C676D31140}"/>
              </a:ext>
            </a:extLst>
          </p:cNvPr>
          <p:cNvSpPr>
            <a:spLocks noGrp="1"/>
          </p:cNvSpPr>
          <p:nvPr>
            <p:ph type="body" sz="quarter" idx="58" hasCustomPrompt="1"/>
          </p:nvPr>
        </p:nvSpPr>
        <p:spPr>
          <a:xfrm>
            <a:off x="8340931" y="5893810"/>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17" name="Text Placeholder 7">
            <a:extLst>
              <a:ext uri="{FF2B5EF4-FFF2-40B4-BE49-F238E27FC236}">
                <a16:creationId xmlns:a16="http://schemas.microsoft.com/office/drawing/2014/main" id="{6009B6EB-7D0B-0C4D-7132-0D4ED9606327}"/>
              </a:ext>
            </a:extLst>
          </p:cNvPr>
          <p:cNvSpPr>
            <a:spLocks noGrp="1"/>
          </p:cNvSpPr>
          <p:nvPr>
            <p:ph type="body" sz="quarter" idx="59" hasCustomPrompt="1"/>
          </p:nvPr>
        </p:nvSpPr>
        <p:spPr>
          <a:xfrm>
            <a:off x="8334834" y="407005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23" name="Text Placeholder 7">
            <a:extLst>
              <a:ext uri="{FF2B5EF4-FFF2-40B4-BE49-F238E27FC236}">
                <a16:creationId xmlns:a16="http://schemas.microsoft.com/office/drawing/2014/main" id="{51B354D6-40B8-8434-385F-638C61193549}"/>
              </a:ext>
            </a:extLst>
          </p:cNvPr>
          <p:cNvSpPr>
            <a:spLocks noGrp="1"/>
          </p:cNvSpPr>
          <p:nvPr>
            <p:ph type="body" sz="quarter" idx="60" hasCustomPrompt="1"/>
          </p:nvPr>
        </p:nvSpPr>
        <p:spPr>
          <a:xfrm>
            <a:off x="8334834" y="429178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39" name="Picture Placeholder 5">
            <a:extLst>
              <a:ext uri="{FF2B5EF4-FFF2-40B4-BE49-F238E27FC236}">
                <a16:creationId xmlns:a16="http://schemas.microsoft.com/office/drawing/2014/main" id="{823A3DC4-7FF2-9A54-149F-2E0252ABBA2E}"/>
              </a:ext>
            </a:extLst>
          </p:cNvPr>
          <p:cNvSpPr>
            <a:spLocks noGrp="1"/>
          </p:cNvSpPr>
          <p:nvPr>
            <p:ph type="pic" sz="quarter" idx="61"/>
          </p:nvPr>
        </p:nvSpPr>
        <p:spPr>
          <a:xfrm>
            <a:off x="9957618" y="1439863"/>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40" name="Picture Placeholder 5">
            <a:extLst>
              <a:ext uri="{FF2B5EF4-FFF2-40B4-BE49-F238E27FC236}">
                <a16:creationId xmlns:a16="http://schemas.microsoft.com/office/drawing/2014/main" id="{423E227C-C118-FD82-5D09-57B15CF18183}"/>
              </a:ext>
            </a:extLst>
          </p:cNvPr>
          <p:cNvSpPr>
            <a:spLocks noGrp="1"/>
          </p:cNvSpPr>
          <p:nvPr>
            <p:ph type="pic" sz="quarter" idx="62"/>
          </p:nvPr>
        </p:nvSpPr>
        <p:spPr>
          <a:xfrm>
            <a:off x="9957618" y="3046986"/>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41" name="Picture Placeholder 5">
            <a:extLst>
              <a:ext uri="{FF2B5EF4-FFF2-40B4-BE49-F238E27FC236}">
                <a16:creationId xmlns:a16="http://schemas.microsoft.com/office/drawing/2014/main" id="{89DCA516-224C-5C42-79CC-CD6217213CC1}"/>
              </a:ext>
            </a:extLst>
          </p:cNvPr>
          <p:cNvSpPr>
            <a:spLocks noGrp="1"/>
          </p:cNvSpPr>
          <p:nvPr>
            <p:ph type="pic" sz="quarter" idx="63"/>
          </p:nvPr>
        </p:nvSpPr>
        <p:spPr>
          <a:xfrm>
            <a:off x="9957618" y="4654110"/>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dirty="0"/>
          </a:p>
        </p:txBody>
      </p:sp>
      <p:sp>
        <p:nvSpPr>
          <p:cNvPr id="42" name="Text Placeholder 7">
            <a:extLst>
              <a:ext uri="{FF2B5EF4-FFF2-40B4-BE49-F238E27FC236}">
                <a16:creationId xmlns:a16="http://schemas.microsoft.com/office/drawing/2014/main" id="{5524521F-68EF-089A-6CE6-8E82403B0670}"/>
              </a:ext>
            </a:extLst>
          </p:cNvPr>
          <p:cNvSpPr>
            <a:spLocks noGrp="1"/>
          </p:cNvSpPr>
          <p:nvPr>
            <p:ph type="body" sz="quarter" idx="64" hasCustomPrompt="1"/>
          </p:nvPr>
        </p:nvSpPr>
        <p:spPr>
          <a:xfrm>
            <a:off x="9953156" y="246039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43" name="Text Placeholder 7">
            <a:extLst>
              <a:ext uri="{FF2B5EF4-FFF2-40B4-BE49-F238E27FC236}">
                <a16:creationId xmlns:a16="http://schemas.microsoft.com/office/drawing/2014/main" id="{54BBEAC2-B62B-5402-F7CC-0B7B42374C71}"/>
              </a:ext>
            </a:extLst>
          </p:cNvPr>
          <p:cNvSpPr>
            <a:spLocks noGrp="1"/>
          </p:cNvSpPr>
          <p:nvPr>
            <p:ph type="body" sz="quarter" idx="65" hasCustomPrompt="1"/>
          </p:nvPr>
        </p:nvSpPr>
        <p:spPr>
          <a:xfrm>
            <a:off x="9953156" y="268212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44" name="Text Placeholder 7">
            <a:extLst>
              <a:ext uri="{FF2B5EF4-FFF2-40B4-BE49-F238E27FC236}">
                <a16:creationId xmlns:a16="http://schemas.microsoft.com/office/drawing/2014/main" id="{9CBC9321-E250-6649-95A7-CEE85DC3E151}"/>
              </a:ext>
            </a:extLst>
          </p:cNvPr>
          <p:cNvSpPr>
            <a:spLocks noGrp="1"/>
          </p:cNvSpPr>
          <p:nvPr>
            <p:ph type="body" sz="quarter" idx="66" hasCustomPrompt="1"/>
          </p:nvPr>
        </p:nvSpPr>
        <p:spPr>
          <a:xfrm>
            <a:off x="9959253" y="5672084"/>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45" name="Text Placeholder 7">
            <a:extLst>
              <a:ext uri="{FF2B5EF4-FFF2-40B4-BE49-F238E27FC236}">
                <a16:creationId xmlns:a16="http://schemas.microsoft.com/office/drawing/2014/main" id="{4C123FA6-B802-A9BC-319B-8ADF0210A77D}"/>
              </a:ext>
            </a:extLst>
          </p:cNvPr>
          <p:cNvSpPr>
            <a:spLocks noGrp="1"/>
          </p:cNvSpPr>
          <p:nvPr>
            <p:ph type="body" sz="quarter" idx="67" hasCustomPrompt="1"/>
          </p:nvPr>
        </p:nvSpPr>
        <p:spPr>
          <a:xfrm>
            <a:off x="9959253" y="5893810"/>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46" name="Text Placeholder 7">
            <a:extLst>
              <a:ext uri="{FF2B5EF4-FFF2-40B4-BE49-F238E27FC236}">
                <a16:creationId xmlns:a16="http://schemas.microsoft.com/office/drawing/2014/main" id="{2F1A0545-D9D6-C550-7377-AE178FD4B3CF}"/>
              </a:ext>
            </a:extLst>
          </p:cNvPr>
          <p:cNvSpPr>
            <a:spLocks noGrp="1"/>
          </p:cNvSpPr>
          <p:nvPr>
            <p:ph type="body" sz="quarter" idx="68" hasCustomPrompt="1"/>
          </p:nvPr>
        </p:nvSpPr>
        <p:spPr>
          <a:xfrm>
            <a:off x="9953156" y="407005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47" name="Text Placeholder 7">
            <a:extLst>
              <a:ext uri="{FF2B5EF4-FFF2-40B4-BE49-F238E27FC236}">
                <a16:creationId xmlns:a16="http://schemas.microsoft.com/office/drawing/2014/main" id="{B5DDC61C-2664-86F6-BCA1-859896542901}"/>
              </a:ext>
            </a:extLst>
          </p:cNvPr>
          <p:cNvSpPr>
            <a:spLocks noGrp="1"/>
          </p:cNvSpPr>
          <p:nvPr>
            <p:ph type="body" sz="quarter" idx="69" hasCustomPrompt="1"/>
          </p:nvPr>
        </p:nvSpPr>
        <p:spPr>
          <a:xfrm>
            <a:off x="9953156" y="429178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3" name="Rectangle 2">
            <a:extLst>
              <a:ext uri="{FF2B5EF4-FFF2-40B4-BE49-F238E27FC236}">
                <a16:creationId xmlns:a16="http://schemas.microsoft.com/office/drawing/2014/main" id="{7D98BDAE-98A6-EBD4-7A97-10E60EBB8203}"/>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67"/>
                </a:solidFill>
              </a:rPr>
              <a:t>|</a:t>
            </a:r>
          </a:p>
        </p:txBody>
      </p:sp>
      <p:sp>
        <p:nvSpPr>
          <p:cNvPr id="19" name="Footer Placeholder 18">
            <a:extLst>
              <a:ext uri="{FF2B5EF4-FFF2-40B4-BE49-F238E27FC236}">
                <a16:creationId xmlns:a16="http://schemas.microsoft.com/office/drawing/2014/main" id="{68D5AD61-0343-4BEE-88F5-182597E7EBFA}"/>
              </a:ext>
            </a:extLst>
          </p:cNvPr>
          <p:cNvSpPr>
            <a:spLocks noGrp="1"/>
          </p:cNvSpPr>
          <p:nvPr>
            <p:ph type="ftr" sz="quarter" idx="71"/>
          </p:nvPr>
        </p:nvSpPr>
        <p:spPr/>
        <p:txBody>
          <a:bodyPr/>
          <a:lstStyle>
            <a:lvl1pPr>
              <a:defRPr>
                <a:solidFill>
                  <a:schemeClr val="tx2"/>
                </a:solidFill>
              </a:defRPr>
            </a:lvl1pPr>
          </a:lstStyle>
          <a:p>
            <a:r>
              <a:rPr lang="en-GB"/>
              <a:t>Confidential</a:t>
            </a:r>
            <a:endParaRPr lang="en-GB" dirty="0"/>
          </a:p>
        </p:txBody>
      </p:sp>
      <p:sp>
        <p:nvSpPr>
          <p:cNvPr id="20" name="Slide Number Placeholder 19">
            <a:extLst>
              <a:ext uri="{FF2B5EF4-FFF2-40B4-BE49-F238E27FC236}">
                <a16:creationId xmlns:a16="http://schemas.microsoft.com/office/drawing/2014/main" id="{BE19D727-A13C-73AE-0141-EEBF2D95BFE8}"/>
              </a:ext>
            </a:extLst>
          </p:cNvPr>
          <p:cNvSpPr>
            <a:spLocks noGrp="1"/>
          </p:cNvSpPr>
          <p:nvPr>
            <p:ph type="sldNum" sz="quarter" idx="72"/>
          </p:nvPr>
        </p:nvSpPr>
        <p:spPr/>
        <p:txBody>
          <a:bodyPr/>
          <a:lstStyle>
            <a:lvl1pPr>
              <a:defRPr>
                <a:solidFill>
                  <a:schemeClr val="tx2"/>
                </a:solidFill>
              </a:defRPr>
            </a:lvl1pPr>
          </a:lstStyle>
          <a:p>
            <a:fld id="{75A6CFFB-7194-4088-A46E-B1739916A60C}" type="slidenum">
              <a:rPr lang="en-GB" smtClean="0"/>
              <a:pPr/>
              <a:t>‹#›</a:t>
            </a:fld>
            <a:endParaRPr lang="en-GB" dirty="0"/>
          </a:p>
        </p:txBody>
      </p:sp>
    </p:spTree>
    <p:extLst>
      <p:ext uri="{BB962C8B-B14F-4D97-AF65-F5344CB8AC3E}">
        <p14:creationId xmlns:p14="http://schemas.microsoft.com/office/powerpoint/2010/main" val="1896833847"/>
      </p:ext>
    </p:extLst>
  </p:cSld>
  <p:clrMapOvr>
    <a:masterClrMapping/>
  </p:clrMapOvr>
  <p:extLst>
    <p:ext uri="{DCECCB84-F9BA-43D5-87BE-67443E8EF086}">
      <p15:sldGuideLst xmlns:p15="http://schemas.microsoft.com/office/powerpoint/2012/main">
        <p15:guide id="1" orient="horz" pos="56">
          <p15:clr>
            <a:srgbClr val="8F8F8F"/>
          </p15:clr>
        </p15:guide>
        <p15:guide id="2" orient="horz" pos="664">
          <p15:clr>
            <a:srgbClr val="8F8F8F"/>
          </p15:clr>
        </p15:guide>
        <p15:guide id="3" orient="horz" pos="907">
          <p15:clr>
            <a:srgbClr val="FF96FF"/>
          </p15:clr>
        </p15:guide>
        <p15:guide id="4" orient="horz" pos="3866">
          <p15:clr>
            <a:srgbClr val="FF96FF"/>
          </p15:clr>
        </p15:guide>
        <p15:guide id="5" pos="461" userDrawn="1">
          <p15:clr>
            <a:srgbClr val="FF96FF"/>
          </p15:clr>
        </p15:guide>
        <p15:guide id="6" pos="2638">
          <p15:clr>
            <a:srgbClr val="FF96FF"/>
          </p15:clr>
        </p15:guide>
        <p15:guide id="7" pos="2756">
          <p15:clr>
            <a:srgbClr val="FF96FF"/>
          </p15:clr>
        </p15:guide>
        <p15:guide id="8" pos="4923">
          <p15:clr>
            <a:srgbClr val="FF96FF"/>
          </p15:clr>
        </p15:guide>
        <p15:guide id="9" pos="5059">
          <p15:clr>
            <a:srgbClr val="FF96FF"/>
          </p15:clr>
        </p15:guide>
        <p15:guide id="10" pos="7226">
          <p15:clr>
            <a:srgbClr val="FF96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amp; Speaker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94F30C-FE77-A379-EF1E-59E9C31D2871}"/>
              </a:ext>
            </a:extLst>
          </p:cNvPr>
          <p:cNvSpPr/>
          <p:nvPr userDrawn="1"/>
        </p:nvSpPr>
        <p:spPr>
          <a:xfrm>
            <a:off x="8031163" y="0"/>
            <a:ext cx="4160837" cy="6858000"/>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a:solidFill>
                <a:srgbClr val="E5F5FB"/>
              </a:solidFill>
            </a:endParaRPr>
          </a:p>
        </p:txBody>
      </p:sp>
      <p:sp>
        <p:nvSpPr>
          <p:cNvPr id="5" name="Guides" hidden="1">
            <a:extLst>
              <a:ext uri="{FF2B5EF4-FFF2-40B4-BE49-F238E27FC236}">
                <a16:creationId xmlns:a16="http://schemas.microsoft.com/office/drawing/2014/main" id="{D48CEB4E-01F4-425C-8063-FFC070A8F356}"/>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36" name="Title 35">
            <a:extLst>
              <a:ext uri="{FF2B5EF4-FFF2-40B4-BE49-F238E27FC236}">
                <a16:creationId xmlns:a16="http://schemas.microsoft.com/office/drawing/2014/main" id="{90187C2C-4D68-9193-D875-C40DCB49A2F5}"/>
              </a:ext>
            </a:extLst>
          </p:cNvPr>
          <p:cNvSpPr>
            <a:spLocks noGrp="1"/>
          </p:cNvSpPr>
          <p:nvPr>
            <p:ph type="title"/>
          </p:nvPr>
        </p:nvSpPr>
        <p:spPr>
          <a:xfrm>
            <a:off x="733331" y="88900"/>
            <a:ext cx="7081932" cy="965926"/>
          </a:xfrm>
        </p:spPr>
        <p:txBody>
          <a:bodyPr>
            <a:noAutofit/>
          </a:bodyPr>
          <a:lstStyle/>
          <a:p>
            <a:r>
              <a:rPr lang="en-US"/>
              <a:t>Click to edit Master title style</a:t>
            </a:r>
            <a:endParaRPr lang="en-GB"/>
          </a:p>
        </p:txBody>
      </p:sp>
      <p:sp>
        <p:nvSpPr>
          <p:cNvPr id="16" name="Slide Number Placeholder 15">
            <a:extLst>
              <a:ext uri="{FF2B5EF4-FFF2-40B4-BE49-F238E27FC236}">
                <a16:creationId xmlns:a16="http://schemas.microsoft.com/office/drawing/2014/main" id="{150A2500-3FE1-5515-9F20-4FE25D445D9B}"/>
              </a:ext>
            </a:extLst>
          </p:cNvPr>
          <p:cNvSpPr>
            <a:spLocks noGrp="1"/>
          </p:cNvSpPr>
          <p:nvPr>
            <p:ph type="sldNum" sz="quarter" idx="56"/>
          </p:nvPr>
        </p:nvSpPr>
        <p:spPr/>
        <p:txBody>
          <a:bodyPr/>
          <a:lstStyle>
            <a:lvl1pPr>
              <a:defRPr>
                <a:solidFill>
                  <a:schemeClr val="tx2"/>
                </a:solidFill>
              </a:defRPr>
            </a:lvl1pPr>
          </a:lstStyle>
          <a:p>
            <a:fld id="{75A6CFFB-7194-4088-A46E-B1739916A60C}" type="slidenum">
              <a:rPr lang="en-GB" smtClean="0"/>
              <a:pPr/>
              <a:t>‹#›</a:t>
            </a:fld>
            <a:endParaRPr lang="en-GB" dirty="0"/>
          </a:p>
        </p:txBody>
      </p:sp>
      <p:sp>
        <p:nvSpPr>
          <p:cNvPr id="3" name="Text Placeholder 14">
            <a:extLst>
              <a:ext uri="{FF2B5EF4-FFF2-40B4-BE49-F238E27FC236}">
                <a16:creationId xmlns:a16="http://schemas.microsoft.com/office/drawing/2014/main" id="{7B54CE7A-F778-5B2B-C633-69C2345F1E16}"/>
              </a:ext>
            </a:extLst>
          </p:cNvPr>
          <p:cNvSpPr>
            <a:spLocks noGrp="1"/>
          </p:cNvSpPr>
          <p:nvPr>
            <p:ph type="body" sz="quarter" idx="15" hasCustomPrompt="1"/>
          </p:nvPr>
        </p:nvSpPr>
        <p:spPr>
          <a:xfrm>
            <a:off x="5493779" y="1448572"/>
            <a:ext cx="2321484" cy="4688704"/>
          </a:xfrm>
        </p:spPr>
        <p:txBody>
          <a:bodyPr>
            <a:noAutofit/>
          </a:bodyPr>
          <a:lstStyle>
            <a:lvl1pPr marL="0" indent="0" defTabSz="1376363">
              <a:buFont typeface="+mj-lt"/>
              <a:buNone/>
              <a:defRPr sz="1800" b="0">
                <a:solidFill>
                  <a:schemeClr val="accent2"/>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Presenter name</a:t>
            </a:r>
          </a:p>
          <a:p>
            <a:pPr lvl="0"/>
            <a:endParaRPr lang="en-US" dirty="0"/>
          </a:p>
        </p:txBody>
      </p:sp>
      <p:sp>
        <p:nvSpPr>
          <p:cNvPr id="12" name="Picture Placeholder 5">
            <a:extLst>
              <a:ext uri="{FF2B5EF4-FFF2-40B4-BE49-F238E27FC236}">
                <a16:creationId xmlns:a16="http://schemas.microsoft.com/office/drawing/2014/main" id="{63F9742D-709E-F54C-E976-163F8B7258F6}"/>
              </a:ext>
            </a:extLst>
          </p:cNvPr>
          <p:cNvSpPr>
            <a:spLocks noGrp="1"/>
          </p:cNvSpPr>
          <p:nvPr>
            <p:ph type="pic" sz="quarter" idx="16"/>
          </p:nvPr>
        </p:nvSpPr>
        <p:spPr>
          <a:xfrm>
            <a:off x="8339296" y="1439863"/>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18" name="Picture Placeholder 5">
            <a:extLst>
              <a:ext uri="{FF2B5EF4-FFF2-40B4-BE49-F238E27FC236}">
                <a16:creationId xmlns:a16="http://schemas.microsoft.com/office/drawing/2014/main" id="{0F244EBD-38E1-3187-133D-D8445AB145FB}"/>
              </a:ext>
            </a:extLst>
          </p:cNvPr>
          <p:cNvSpPr>
            <a:spLocks noGrp="1"/>
          </p:cNvSpPr>
          <p:nvPr>
            <p:ph type="pic" sz="quarter" idx="18"/>
          </p:nvPr>
        </p:nvSpPr>
        <p:spPr>
          <a:xfrm>
            <a:off x="8339296" y="3046986"/>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19" name="Picture Placeholder 5">
            <a:extLst>
              <a:ext uri="{FF2B5EF4-FFF2-40B4-BE49-F238E27FC236}">
                <a16:creationId xmlns:a16="http://schemas.microsoft.com/office/drawing/2014/main" id="{6F884DAF-5951-192E-A63D-6CFDEB9F9EE6}"/>
              </a:ext>
            </a:extLst>
          </p:cNvPr>
          <p:cNvSpPr>
            <a:spLocks noGrp="1"/>
          </p:cNvSpPr>
          <p:nvPr>
            <p:ph type="pic" sz="quarter" idx="20"/>
          </p:nvPr>
        </p:nvSpPr>
        <p:spPr>
          <a:xfrm>
            <a:off x="8339296" y="4654110"/>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dirty="0"/>
          </a:p>
        </p:txBody>
      </p:sp>
      <p:sp>
        <p:nvSpPr>
          <p:cNvPr id="20" name="Text Placeholder 7">
            <a:extLst>
              <a:ext uri="{FF2B5EF4-FFF2-40B4-BE49-F238E27FC236}">
                <a16:creationId xmlns:a16="http://schemas.microsoft.com/office/drawing/2014/main" id="{89AED266-2611-E2F4-B373-16D610EED452}"/>
              </a:ext>
            </a:extLst>
          </p:cNvPr>
          <p:cNvSpPr>
            <a:spLocks noGrp="1"/>
          </p:cNvSpPr>
          <p:nvPr>
            <p:ph type="body" sz="quarter" idx="41" hasCustomPrompt="1"/>
          </p:nvPr>
        </p:nvSpPr>
        <p:spPr>
          <a:xfrm>
            <a:off x="8334834" y="246039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21" name="Text Placeholder 7">
            <a:extLst>
              <a:ext uri="{FF2B5EF4-FFF2-40B4-BE49-F238E27FC236}">
                <a16:creationId xmlns:a16="http://schemas.microsoft.com/office/drawing/2014/main" id="{20B1C412-82EB-2BB9-FA98-F7CB77FED79B}"/>
              </a:ext>
            </a:extLst>
          </p:cNvPr>
          <p:cNvSpPr>
            <a:spLocks noGrp="1"/>
          </p:cNvSpPr>
          <p:nvPr>
            <p:ph type="body" sz="quarter" idx="42" hasCustomPrompt="1"/>
          </p:nvPr>
        </p:nvSpPr>
        <p:spPr>
          <a:xfrm>
            <a:off x="8334834" y="268212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22" name="Text Placeholder 7">
            <a:extLst>
              <a:ext uri="{FF2B5EF4-FFF2-40B4-BE49-F238E27FC236}">
                <a16:creationId xmlns:a16="http://schemas.microsoft.com/office/drawing/2014/main" id="{CAD76AFF-1700-20BC-C2B9-F7B5FDB0AFF3}"/>
              </a:ext>
            </a:extLst>
          </p:cNvPr>
          <p:cNvSpPr>
            <a:spLocks noGrp="1"/>
          </p:cNvSpPr>
          <p:nvPr>
            <p:ph type="body" sz="quarter" idx="57" hasCustomPrompt="1"/>
          </p:nvPr>
        </p:nvSpPr>
        <p:spPr>
          <a:xfrm>
            <a:off x="8340931" y="5672084"/>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24" name="Text Placeholder 7">
            <a:extLst>
              <a:ext uri="{FF2B5EF4-FFF2-40B4-BE49-F238E27FC236}">
                <a16:creationId xmlns:a16="http://schemas.microsoft.com/office/drawing/2014/main" id="{5F5A11AA-D56B-CF05-3AB2-0966700D0F3E}"/>
              </a:ext>
            </a:extLst>
          </p:cNvPr>
          <p:cNvSpPr>
            <a:spLocks noGrp="1"/>
          </p:cNvSpPr>
          <p:nvPr>
            <p:ph type="body" sz="quarter" idx="58" hasCustomPrompt="1"/>
          </p:nvPr>
        </p:nvSpPr>
        <p:spPr>
          <a:xfrm>
            <a:off x="8340931" y="5893810"/>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25" name="Text Placeholder 7">
            <a:extLst>
              <a:ext uri="{FF2B5EF4-FFF2-40B4-BE49-F238E27FC236}">
                <a16:creationId xmlns:a16="http://schemas.microsoft.com/office/drawing/2014/main" id="{8EA5B6F7-A442-059B-99F9-8665FDE95ACB}"/>
              </a:ext>
            </a:extLst>
          </p:cNvPr>
          <p:cNvSpPr>
            <a:spLocks noGrp="1"/>
          </p:cNvSpPr>
          <p:nvPr>
            <p:ph type="body" sz="quarter" idx="59" hasCustomPrompt="1"/>
          </p:nvPr>
        </p:nvSpPr>
        <p:spPr>
          <a:xfrm>
            <a:off x="8334834" y="407005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26" name="Text Placeholder 7">
            <a:extLst>
              <a:ext uri="{FF2B5EF4-FFF2-40B4-BE49-F238E27FC236}">
                <a16:creationId xmlns:a16="http://schemas.microsoft.com/office/drawing/2014/main" id="{9C8497F8-7FD2-BB14-B177-FE84FB15AA62}"/>
              </a:ext>
            </a:extLst>
          </p:cNvPr>
          <p:cNvSpPr>
            <a:spLocks noGrp="1"/>
          </p:cNvSpPr>
          <p:nvPr>
            <p:ph type="body" sz="quarter" idx="60" hasCustomPrompt="1"/>
          </p:nvPr>
        </p:nvSpPr>
        <p:spPr>
          <a:xfrm>
            <a:off x="8334834" y="429178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27" name="Picture Placeholder 5">
            <a:extLst>
              <a:ext uri="{FF2B5EF4-FFF2-40B4-BE49-F238E27FC236}">
                <a16:creationId xmlns:a16="http://schemas.microsoft.com/office/drawing/2014/main" id="{436C6636-05D4-27D9-0FC3-F79C8A48BA3C}"/>
              </a:ext>
            </a:extLst>
          </p:cNvPr>
          <p:cNvSpPr>
            <a:spLocks noGrp="1"/>
          </p:cNvSpPr>
          <p:nvPr>
            <p:ph type="pic" sz="quarter" idx="61"/>
          </p:nvPr>
        </p:nvSpPr>
        <p:spPr>
          <a:xfrm>
            <a:off x="9957618" y="1439863"/>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28" name="Picture Placeholder 5">
            <a:extLst>
              <a:ext uri="{FF2B5EF4-FFF2-40B4-BE49-F238E27FC236}">
                <a16:creationId xmlns:a16="http://schemas.microsoft.com/office/drawing/2014/main" id="{7EE0351D-81A9-DC74-A08B-5DBE21DD1DB7}"/>
              </a:ext>
            </a:extLst>
          </p:cNvPr>
          <p:cNvSpPr>
            <a:spLocks noGrp="1"/>
          </p:cNvSpPr>
          <p:nvPr>
            <p:ph type="pic" sz="quarter" idx="62"/>
          </p:nvPr>
        </p:nvSpPr>
        <p:spPr>
          <a:xfrm>
            <a:off x="9957618" y="3046986"/>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a:p>
        </p:txBody>
      </p:sp>
      <p:sp>
        <p:nvSpPr>
          <p:cNvPr id="29" name="Picture Placeholder 5">
            <a:extLst>
              <a:ext uri="{FF2B5EF4-FFF2-40B4-BE49-F238E27FC236}">
                <a16:creationId xmlns:a16="http://schemas.microsoft.com/office/drawing/2014/main" id="{DB8AEC9E-12E2-4ED8-31FA-46E7B1E67A77}"/>
              </a:ext>
            </a:extLst>
          </p:cNvPr>
          <p:cNvSpPr>
            <a:spLocks noGrp="1"/>
          </p:cNvSpPr>
          <p:nvPr>
            <p:ph type="pic" sz="quarter" idx="63"/>
          </p:nvPr>
        </p:nvSpPr>
        <p:spPr>
          <a:xfrm>
            <a:off x="9957618" y="4654110"/>
            <a:ext cx="932687" cy="947352"/>
          </a:xfrm>
          <a:blipFill>
            <a:blip r:embed="rId3"/>
            <a:stretch>
              <a:fillRect/>
            </a:stretch>
          </a:blipFill>
          <a:ln>
            <a:solidFill>
              <a:schemeClr val="accent2"/>
            </a:solidFill>
          </a:ln>
        </p:spPr>
        <p:txBody>
          <a:bodyPr>
            <a:noAutofit/>
          </a:bodyPr>
          <a:lstStyle>
            <a:lvl1pPr algn="ctr">
              <a:defRPr sz="1400">
                <a:solidFill>
                  <a:schemeClr val="accent1"/>
                </a:solidFill>
              </a:defRPr>
            </a:lvl1pPr>
          </a:lstStyle>
          <a:p>
            <a:endParaRPr lang="en-GB" dirty="0"/>
          </a:p>
        </p:txBody>
      </p:sp>
      <p:sp>
        <p:nvSpPr>
          <p:cNvPr id="30" name="Text Placeholder 7">
            <a:extLst>
              <a:ext uri="{FF2B5EF4-FFF2-40B4-BE49-F238E27FC236}">
                <a16:creationId xmlns:a16="http://schemas.microsoft.com/office/drawing/2014/main" id="{1A2B4D39-E0E0-0E32-45C9-E64DFC090C44}"/>
              </a:ext>
            </a:extLst>
          </p:cNvPr>
          <p:cNvSpPr>
            <a:spLocks noGrp="1"/>
          </p:cNvSpPr>
          <p:nvPr>
            <p:ph type="body" sz="quarter" idx="64" hasCustomPrompt="1"/>
          </p:nvPr>
        </p:nvSpPr>
        <p:spPr>
          <a:xfrm>
            <a:off x="9953156" y="246039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31" name="Text Placeholder 7">
            <a:extLst>
              <a:ext uri="{FF2B5EF4-FFF2-40B4-BE49-F238E27FC236}">
                <a16:creationId xmlns:a16="http://schemas.microsoft.com/office/drawing/2014/main" id="{95DEF975-3C07-3235-2659-31288CE2B6CD}"/>
              </a:ext>
            </a:extLst>
          </p:cNvPr>
          <p:cNvSpPr>
            <a:spLocks noGrp="1"/>
          </p:cNvSpPr>
          <p:nvPr>
            <p:ph type="body" sz="quarter" idx="65" hasCustomPrompt="1"/>
          </p:nvPr>
        </p:nvSpPr>
        <p:spPr>
          <a:xfrm>
            <a:off x="9953156" y="268212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32" name="Text Placeholder 7">
            <a:extLst>
              <a:ext uri="{FF2B5EF4-FFF2-40B4-BE49-F238E27FC236}">
                <a16:creationId xmlns:a16="http://schemas.microsoft.com/office/drawing/2014/main" id="{333B25D7-AF11-0940-26FD-A6AE6689C62F}"/>
              </a:ext>
            </a:extLst>
          </p:cNvPr>
          <p:cNvSpPr>
            <a:spLocks noGrp="1"/>
          </p:cNvSpPr>
          <p:nvPr>
            <p:ph type="body" sz="quarter" idx="66" hasCustomPrompt="1"/>
          </p:nvPr>
        </p:nvSpPr>
        <p:spPr>
          <a:xfrm>
            <a:off x="9959253" y="5672084"/>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33" name="Text Placeholder 7">
            <a:extLst>
              <a:ext uri="{FF2B5EF4-FFF2-40B4-BE49-F238E27FC236}">
                <a16:creationId xmlns:a16="http://schemas.microsoft.com/office/drawing/2014/main" id="{6661D8D4-D7A7-B155-8AE0-62CB5FCB93D5}"/>
              </a:ext>
            </a:extLst>
          </p:cNvPr>
          <p:cNvSpPr>
            <a:spLocks noGrp="1"/>
          </p:cNvSpPr>
          <p:nvPr>
            <p:ph type="body" sz="quarter" idx="67" hasCustomPrompt="1"/>
          </p:nvPr>
        </p:nvSpPr>
        <p:spPr>
          <a:xfrm>
            <a:off x="9959253" y="5893810"/>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34" name="Text Placeholder 7">
            <a:extLst>
              <a:ext uri="{FF2B5EF4-FFF2-40B4-BE49-F238E27FC236}">
                <a16:creationId xmlns:a16="http://schemas.microsoft.com/office/drawing/2014/main" id="{A8DBC5AB-7615-8F2F-6959-FD5BD4A9F76D}"/>
              </a:ext>
            </a:extLst>
          </p:cNvPr>
          <p:cNvSpPr>
            <a:spLocks noGrp="1"/>
          </p:cNvSpPr>
          <p:nvPr>
            <p:ph type="body" sz="quarter" idx="68" hasCustomPrompt="1"/>
          </p:nvPr>
        </p:nvSpPr>
        <p:spPr>
          <a:xfrm>
            <a:off x="9953156" y="4070055"/>
            <a:ext cx="1582889" cy="300072"/>
          </a:xfrm>
        </p:spPr>
        <p:txBody>
          <a:bodyPr/>
          <a:lstStyle>
            <a:lvl1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2pPr>
            <a:lvl3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3pPr>
            <a:lvl4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4pPr>
            <a:lvl5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200" b="0">
                <a:solidFill>
                  <a:schemeClr val="accent1"/>
                </a:solidFill>
                <a:latin typeface="+mj-lt"/>
              </a:defRPr>
            </a:lvl9pPr>
          </a:lstStyle>
          <a:p>
            <a:pPr lvl="0"/>
            <a:r>
              <a:rPr lang="en-US" dirty="0"/>
              <a:t>Add name</a:t>
            </a:r>
            <a:endParaRPr lang="en-GB" dirty="0"/>
          </a:p>
        </p:txBody>
      </p:sp>
      <p:sp>
        <p:nvSpPr>
          <p:cNvPr id="35" name="Text Placeholder 7">
            <a:extLst>
              <a:ext uri="{FF2B5EF4-FFF2-40B4-BE49-F238E27FC236}">
                <a16:creationId xmlns:a16="http://schemas.microsoft.com/office/drawing/2014/main" id="{2DCE19AB-63B4-7149-7785-44420A997FD1}"/>
              </a:ext>
            </a:extLst>
          </p:cNvPr>
          <p:cNvSpPr>
            <a:spLocks noGrp="1"/>
          </p:cNvSpPr>
          <p:nvPr>
            <p:ph type="body" sz="quarter" idx="69" hasCustomPrompt="1"/>
          </p:nvPr>
        </p:nvSpPr>
        <p:spPr>
          <a:xfrm>
            <a:off x="9953156" y="4291781"/>
            <a:ext cx="1582889" cy="244922"/>
          </a:xfrm>
        </p:spPr>
        <p:txBody>
          <a:bodyPr/>
          <a:lstStyle>
            <a:lvl1pPr marL="0" indent="0">
              <a:lnSpc>
                <a:spcPct val="100000"/>
              </a:lnSpc>
              <a:spcBef>
                <a:spcPts val="0"/>
              </a:spcBef>
              <a:spcAft>
                <a:spcPts val="0"/>
              </a:spcAft>
              <a:buFont typeface="Arial" panose="020B0604020202020204" pitchFamily="34" charset="0"/>
              <a:buNone/>
              <a:defRPr sz="900" b="0">
                <a:solidFill>
                  <a:schemeClr val="accent2"/>
                </a:solidFill>
                <a:latin typeface="+mn-lt"/>
              </a:defRPr>
            </a:lvl1pPr>
            <a:lvl2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2pPr>
            <a:lvl3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3pPr>
            <a:lvl4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4pPr>
            <a:lvl5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5pPr>
            <a:lvl6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6pPr>
            <a:lvl7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7pPr>
            <a:lvl8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8pPr>
            <a:lvl9pPr marL="0" indent="0">
              <a:lnSpc>
                <a:spcPct val="100000"/>
              </a:lnSpc>
              <a:spcBef>
                <a:spcPts val="0"/>
              </a:spcBef>
              <a:spcAft>
                <a:spcPts val="0"/>
              </a:spcAft>
              <a:buFont typeface="Arial" panose="020B0604020202020204" pitchFamily="34" charset="0"/>
              <a:buNone/>
              <a:defRPr sz="1000" b="0">
                <a:solidFill>
                  <a:schemeClr val="accent2"/>
                </a:solidFill>
                <a:latin typeface="+mn-lt"/>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Add job title</a:t>
            </a:r>
            <a:endParaRPr lang="en-GB" dirty="0"/>
          </a:p>
        </p:txBody>
      </p:sp>
      <p:sp>
        <p:nvSpPr>
          <p:cNvPr id="37" name="Text Placeholder 14">
            <a:extLst>
              <a:ext uri="{FF2B5EF4-FFF2-40B4-BE49-F238E27FC236}">
                <a16:creationId xmlns:a16="http://schemas.microsoft.com/office/drawing/2014/main" id="{302DCEE6-0966-E769-9D44-317716C82F18}"/>
              </a:ext>
            </a:extLst>
          </p:cNvPr>
          <p:cNvSpPr>
            <a:spLocks noGrp="1"/>
          </p:cNvSpPr>
          <p:nvPr>
            <p:ph type="body" sz="quarter" idx="13"/>
          </p:nvPr>
        </p:nvSpPr>
        <p:spPr>
          <a:xfrm>
            <a:off x="1634591" y="1448572"/>
            <a:ext cx="3738521" cy="4697412"/>
          </a:xfrm>
        </p:spPr>
        <p:txBody>
          <a:bodyPr>
            <a:noAutofit/>
          </a:bodyPr>
          <a:lstStyle>
            <a:lvl1pPr marL="0" indent="0" defTabSz="1376363">
              <a:buFont typeface="+mj-lt"/>
              <a:buNone/>
              <a:defRPr sz="1800" b="0">
                <a:solidFill>
                  <a:schemeClr val="accent1"/>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Click to edit Master text styles</a:t>
            </a:r>
          </a:p>
          <a:p>
            <a:pPr lvl="0"/>
            <a:r>
              <a:rPr lang="en-US" dirty="0"/>
              <a:t>Click to edit Master text styles</a:t>
            </a:r>
          </a:p>
          <a:p>
            <a:pPr lvl="0"/>
            <a:r>
              <a:rPr lang="en-US" dirty="0"/>
              <a:t>Click to edit Master text styles</a:t>
            </a:r>
          </a:p>
          <a:p>
            <a:pPr lvl="0"/>
            <a:r>
              <a:rPr lang="en-US" dirty="0"/>
              <a:t>Click to edit Master text styles	</a:t>
            </a:r>
          </a:p>
        </p:txBody>
      </p:sp>
      <p:sp>
        <p:nvSpPr>
          <p:cNvPr id="38" name="Text Placeholder 14">
            <a:extLst>
              <a:ext uri="{FF2B5EF4-FFF2-40B4-BE49-F238E27FC236}">
                <a16:creationId xmlns:a16="http://schemas.microsoft.com/office/drawing/2014/main" id="{A0C38EB5-9828-0BEF-1AF2-1FF473B5AB0C}"/>
              </a:ext>
            </a:extLst>
          </p:cNvPr>
          <p:cNvSpPr>
            <a:spLocks noGrp="1"/>
          </p:cNvSpPr>
          <p:nvPr>
            <p:ph type="body" sz="quarter" idx="19" hasCustomPrompt="1"/>
          </p:nvPr>
        </p:nvSpPr>
        <p:spPr>
          <a:xfrm>
            <a:off x="733332" y="1448572"/>
            <a:ext cx="771787" cy="4697412"/>
          </a:xfrm>
        </p:spPr>
        <p:txBody>
          <a:bodyPr>
            <a:noAutofit/>
          </a:bodyPr>
          <a:lstStyle>
            <a:lvl1pPr marL="0" indent="0" defTabSz="1376363">
              <a:buFont typeface="+mj-lt"/>
              <a:buNone/>
              <a:defRPr sz="1800" b="0">
                <a:solidFill>
                  <a:schemeClr val="accent1"/>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00:00</a:t>
            </a:r>
          </a:p>
          <a:p>
            <a:pPr lvl="0"/>
            <a:r>
              <a:rPr lang="en-US" dirty="0"/>
              <a:t>00:00</a:t>
            </a:r>
          </a:p>
          <a:p>
            <a:pPr lvl="0"/>
            <a:r>
              <a:rPr lang="en-US" dirty="0"/>
              <a:t>00:00</a:t>
            </a:r>
          </a:p>
          <a:p>
            <a:pPr lvl="0"/>
            <a:r>
              <a:rPr lang="en-US" dirty="0"/>
              <a:t>00:00</a:t>
            </a:r>
          </a:p>
          <a:p>
            <a:pPr marL="0" marR="0" lvl="0" indent="0" algn="l" defTabSz="1376363" rtl="0" eaLnBrk="1" fontAlgn="auto" latinLnBrk="0" hangingPunct="1">
              <a:lnSpc>
                <a:spcPct val="105000"/>
              </a:lnSpc>
              <a:spcBef>
                <a:spcPts val="0"/>
              </a:spcBef>
              <a:spcAft>
                <a:spcPts val="600"/>
              </a:spcAft>
              <a:buClrTx/>
              <a:buSzTx/>
              <a:buFont typeface="+mj-lt"/>
              <a:buNone/>
              <a:tabLst/>
              <a:defRPr/>
            </a:pPr>
            <a:endParaRPr lang="en-US" dirty="0"/>
          </a:p>
        </p:txBody>
      </p:sp>
      <p:sp>
        <p:nvSpPr>
          <p:cNvPr id="2" name="Rectangle 1">
            <a:extLst>
              <a:ext uri="{FF2B5EF4-FFF2-40B4-BE49-F238E27FC236}">
                <a16:creationId xmlns:a16="http://schemas.microsoft.com/office/drawing/2014/main" id="{C83D3947-CDD7-67D4-2447-804F37556AB4}"/>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67"/>
                </a:solidFill>
              </a:rPr>
              <a:t>|</a:t>
            </a:r>
          </a:p>
        </p:txBody>
      </p:sp>
      <p:sp>
        <p:nvSpPr>
          <p:cNvPr id="7" name="Footer Placeholder 6">
            <a:extLst>
              <a:ext uri="{FF2B5EF4-FFF2-40B4-BE49-F238E27FC236}">
                <a16:creationId xmlns:a16="http://schemas.microsoft.com/office/drawing/2014/main" id="{6E09A021-E35A-F188-99E6-2CB044975CFD}"/>
              </a:ext>
            </a:extLst>
          </p:cNvPr>
          <p:cNvSpPr>
            <a:spLocks noGrp="1"/>
          </p:cNvSpPr>
          <p:nvPr>
            <p:ph type="ftr" sz="quarter" idx="71"/>
          </p:nvPr>
        </p:nvSpPr>
        <p:spPr/>
        <p:txBody>
          <a:bodyPr/>
          <a:lstStyle>
            <a:lvl1pPr>
              <a:defRPr>
                <a:solidFill>
                  <a:schemeClr val="tx2"/>
                </a:solidFill>
              </a:defRPr>
            </a:lvl1pPr>
          </a:lstStyle>
          <a:p>
            <a:r>
              <a:rPr lang="en-GB"/>
              <a:t>Confidential</a:t>
            </a:r>
            <a:endParaRPr lang="en-GB" dirty="0"/>
          </a:p>
        </p:txBody>
      </p:sp>
    </p:spTree>
    <p:extLst>
      <p:ext uri="{BB962C8B-B14F-4D97-AF65-F5344CB8AC3E}">
        <p14:creationId xmlns:p14="http://schemas.microsoft.com/office/powerpoint/2010/main" val="2421192759"/>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61" userDrawn="1">
          <p15:clr>
            <a:srgbClr val="FF96FF"/>
          </p15:clr>
        </p15:guide>
        <p15:guide id="6" pos="2638" userDrawn="1">
          <p15:clr>
            <a:srgbClr val="FF96FF"/>
          </p15:clr>
        </p15:guide>
        <p15:guide id="7" pos="2756" userDrawn="1">
          <p15:clr>
            <a:srgbClr val="FF96FF"/>
          </p15:clr>
        </p15:guide>
        <p15:guide id="8" pos="4923" userDrawn="1">
          <p15:clr>
            <a:srgbClr val="FF96FF"/>
          </p15:clr>
        </p15:guide>
        <p15:guide id="9" pos="5059" userDrawn="1">
          <p15:clr>
            <a:srgbClr val="FF96FF"/>
          </p15:clr>
        </p15:guide>
        <p15:guide id="10" pos="7226" userDrawn="1">
          <p15:clr>
            <a:srgbClr val="FF96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A43C-0669-21DD-264A-C4386994F91D}"/>
              </a:ext>
            </a:extLst>
          </p:cNvPr>
          <p:cNvSpPr>
            <a:spLocks noGrp="1"/>
          </p:cNvSpPr>
          <p:nvPr>
            <p:ph type="title" hasCustomPrompt="1"/>
          </p:nvPr>
        </p:nvSpPr>
        <p:spPr>
          <a:xfrm>
            <a:off x="460375" y="2611881"/>
            <a:ext cx="5488479" cy="965926"/>
          </a:xfrm>
        </p:spPr>
        <p:txBody>
          <a:bodyPr>
            <a:noAutofit/>
          </a:bodyPr>
          <a:lstStyle>
            <a:lvl1pPr>
              <a:defRPr sz="2800"/>
            </a:lvl1pPr>
          </a:lstStyle>
          <a:p>
            <a:r>
              <a:rPr lang="en-US" dirty="0"/>
              <a:t>Divider title</a:t>
            </a:r>
            <a:endParaRPr lang="en-GB" dirty="0"/>
          </a:p>
        </p:txBody>
      </p:sp>
      <p:sp>
        <p:nvSpPr>
          <p:cNvPr id="11" name="Picture Placeholder 10">
            <a:extLst>
              <a:ext uri="{FF2B5EF4-FFF2-40B4-BE49-F238E27FC236}">
                <a16:creationId xmlns:a16="http://schemas.microsoft.com/office/drawing/2014/main" id="{1C0187C6-F067-A7FE-7926-D298FA0007BC}"/>
              </a:ext>
            </a:extLst>
          </p:cNvPr>
          <p:cNvSpPr>
            <a:spLocks noGrp="1"/>
          </p:cNvSpPr>
          <p:nvPr>
            <p:ph type="pic" sz="quarter" idx="11"/>
          </p:nvPr>
        </p:nvSpPr>
        <p:spPr>
          <a:xfrm>
            <a:off x="6096000" y="0"/>
            <a:ext cx="6096000" cy="6858000"/>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sp>
        <p:nvSpPr>
          <p:cNvPr id="19" name="Text Placeholder 14">
            <a:extLst>
              <a:ext uri="{FF2B5EF4-FFF2-40B4-BE49-F238E27FC236}">
                <a16:creationId xmlns:a16="http://schemas.microsoft.com/office/drawing/2014/main" id="{9D7BFB42-70E2-A829-5C63-FCB5AD5F644A}"/>
              </a:ext>
            </a:extLst>
          </p:cNvPr>
          <p:cNvSpPr>
            <a:spLocks noGrp="1"/>
          </p:cNvSpPr>
          <p:nvPr>
            <p:ph type="body" sz="quarter" idx="16" hasCustomPrompt="1"/>
          </p:nvPr>
        </p:nvSpPr>
        <p:spPr>
          <a:xfrm>
            <a:off x="460994" y="3657600"/>
            <a:ext cx="5475349" cy="882870"/>
          </a:xfrm>
        </p:spPr>
        <p:txBody>
          <a:bodyPr>
            <a:noAutofit/>
          </a:bodyPr>
          <a:lstStyle>
            <a:lvl1pPr marL="0" indent="0" defTabSz="1376363">
              <a:buFontTx/>
              <a:buNone/>
              <a:defRPr sz="1600" b="0">
                <a:solidFill>
                  <a:schemeClr val="accent2"/>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Divider subtitle/speaker name</a:t>
            </a:r>
          </a:p>
        </p:txBody>
      </p:sp>
      <p:sp>
        <p:nvSpPr>
          <p:cNvPr id="4" name="Guides" hidden="1">
            <a:extLst>
              <a:ext uri="{FF2B5EF4-FFF2-40B4-BE49-F238E27FC236}">
                <a16:creationId xmlns:a16="http://schemas.microsoft.com/office/drawing/2014/main" id="{C45CC99F-9496-B3A7-3799-9D2ACA8201E1}"/>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0" name="Rectangle 9">
            <a:extLst>
              <a:ext uri="{FF2B5EF4-FFF2-40B4-BE49-F238E27FC236}">
                <a16:creationId xmlns:a16="http://schemas.microsoft.com/office/drawing/2014/main" id="{021B4934-CC39-8C6B-F3F4-35D9F3F5026E}"/>
              </a:ext>
            </a:extLst>
          </p:cNvPr>
          <p:cNvSpPr>
            <a:spLocks noGrp="1" noRot="1" noMove="1" noResize="1" noEditPoints="1" noAdjustHandles="1" noChangeArrowheads="1" noChangeShapeType="1"/>
          </p:cNvSpPr>
          <p:nvPr userDrawn="1"/>
        </p:nvSpPr>
        <p:spPr>
          <a:xfrm>
            <a:off x="0" y="0"/>
            <a:ext cx="1008994" cy="14188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12" name="Rectangle 11">
            <a:extLst>
              <a:ext uri="{FF2B5EF4-FFF2-40B4-BE49-F238E27FC236}">
                <a16:creationId xmlns:a16="http://schemas.microsoft.com/office/drawing/2014/main" id="{55467E66-CCEA-1306-80B3-997A7B45B41A}"/>
              </a:ext>
            </a:extLst>
          </p:cNvPr>
          <p:cNvSpPr>
            <a:spLocks noGrp="1" noRot="1" noMove="1" noResize="1" noEditPoints="1" noAdjustHandles="1" noChangeArrowheads="1" noChangeShapeType="1"/>
          </p:cNvSpPr>
          <p:nvPr userDrawn="1"/>
        </p:nvSpPr>
        <p:spPr>
          <a:xfrm>
            <a:off x="126124" y="6232634"/>
            <a:ext cx="1849821" cy="396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Tree>
    <p:extLst>
      <p:ext uri="{BB962C8B-B14F-4D97-AF65-F5344CB8AC3E}">
        <p14:creationId xmlns:p14="http://schemas.microsoft.com/office/powerpoint/2010/main" val="482240297"/>
      </p:ext>
    </p:extLst>
  </p:cSld>
  <p:clrMapOvr>
    <a:masterClrMapping/>
  </p:clrMapOvr>
  <p:extLst>
    <p:ext uri="{DCECCB84-F9BA-43D5-87BE-67443E8EF086}">
      <p15:sldGuideLst xmlns:p15="http://schemas.microsoft.com/office/powerpoint/2012/main">
        <p15:guide id="1" orient="horz" pos="56">
          <p15:clr>
            <a:srgbClr val="8F8F8F"/>
          </p15:clr>
        </p15:guide>
        <p15:guide id="2" orient="horz" pos="664">
          <p15:clr>
            <a:srgbClr val="8F8F8F"/>
          </p15:clr>
        </p15:guide>
        <p15:guide id="3" orient="horz" pos="976">
          <p15:clr>
            <a:srgbClr val="FF96FF"/>
          </p15:clr>
        </p15:guide>
        <p15:guide id="4" orient="horz" pos="3344">
          <p15:clr>
            <a:srgbClr val="FF96FF"/>
          </p15:clr>
        </p15:guide>
        <p15:guide id="5" pos="290">
          <p15:clr>
            <a:srgbClr val="FF96FF"/>
          </p15:clr>
        </p15:guide>
        <p15:guide id="6" pos="7389">
          <p15:clr>
            <a:srgbClr val="FF96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C0187C6-F067-A7FE-7926-D298FA0007BC}"/>
              </a:ext>
            </a:extLst>
          </p:cNvPr>
          <p:cNvSpPr>
            <a:spLocks noGrp="1"/>
          </p:cNvSpPr>
          <p:nvPr>
            <p:ph type="pic" sz="quarter" idx="11"/>
          </p:nvPr>
        </p:nvSpPr>
        <p:spPr>
          <a:xfrm>
            <a:off x="0" y="0"/>
            <a:ext cx="12192000" cy="6858000"/>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sp>
        <p:nvSpPr>
          <p:cNvPr id="2" name="Title 1">
            <a:extLst>
              <a:ext uri="{FF2B5EF4-FFF2-40B4-BE49-F238E27FC236}">
                <a16:creationId xmlns:a16="http://schemas.microsoft.com/office/drawing/2014/main" id="{CB5DA43C-0669-21DD-264A-C4386994F91D}"/>
              </a:ext>
            </a:extLst>
          </p:cNvPr>
          <p:cNvSpPr>
            <a:spLocks noGrp="1"/>
          </p:cNvSpPr>
          <p:nvPr>
            <p:ph type="title" hasCustomPrompt="1"/>
          </p:nvPr>
        </p:nvSpPr>
        <p:spPr>
          <a:xfrm>
            <a:off x="460375" y="-21020"/>
            <a:ext cx="5229717" cy="965926"/>
          </a:xfrm>
        </p:spPr>
        <p:txBody>
          <a:bodyPr>
            <a:noAutofit/>
          </a:bodyPr>
          <a:lstStyle>
            <a:lvl1pPr>
              <a:defRPr sz="2800"/>
            </a:lvl1pPr>
          </a:lstStyle>
          <a:p>
            <a:r>
              <a:rPr lang="en-US" dirty="0"/>
              <a:t>Divider title</a:t>
            </a:r>
            <a:endParaRPr lang="en-GB" dirty="0"/>
          </a:p>
        </p:txBody>
      </p:sp>
      <p:sp>
        <p:nvSpPr>
          <p:cNvPr id="19" name="Text Placeholder 14">
            <a:extLst>
              <a:ext uri="{FF2B5EF4-FFF2-40B4-BE49-F238E27FC236}">
                <a16:creationId xmlns:a16="http://schemas.microsoft.com/office/drawing/2014/main" id="{9D7BFB42-70E2-A829-5C63-FCB5AD5F644A}"/>
              </a:ext>
            </a:extLst>
          </p:cNvPr>
          <p:cNvSpPr>
            <a:spLocks noGrp="1"/>
          </p:cNvSpPr>
          <p:nvPr>
            <p:ph type="body" sz="quarter" idx="16" hasCustomPrompt="1"/>
          </p:nvPr>
        </p:nvSpPr>
        <p:spPr>
          <a:xfrm>
            <a:off x="460375" y="1035209"/>
            <a:ext cx="5217206" cy="882870"/>
          </a:xfrm>
        </p:spPr>
        <p:txBody>
          <a:bodyPr>
            <a:noAutofit/>
          </a:bodyPr>
          <a:lstStyle>
            <a:lvl1pPr marL="0" indent="0" defTabSz="1376363">
              <a:buFontTx/>
              <a:buNone/>
              <a:defRPr sz="1600" b="0">
                <a:solidFill>
                  <a:schemeClr val="bg1"/>
                </a:solidFill>
                <a:latin typeface="+mj-lt"/>
              </a:defRPr>
            </a:lvl1pPr>
            <a:lvl2pPr marL="342900" indent="-342900">
              <a:buFont typeface="+mj-lt"/>
              <a:buAutoNum type="arabicPeriod"/>
              <a:defRPr sz="1800" b="0">
                <a:solidFill>
                  <a:schemeClr val="accent1"/>
                </a:solidFill>
                <a:latin typeface="+mj-lt"/>
              </a:defRPr>
            </a:lvl2pPr>
            <a:lvl3pPr marL="342900" indent="-342900">
              <a:buFont typeface="+mj-lt"/>
              <a:buAutoNum type="arabicPeriod"/>
              <a:defRPr sz="1800" b="0">
                <a:solidFill>
                  <a:schemeClr val="accent1"/>
                </a:solidFill>
                <a:latin typeface="+mj-lt"/>
              </a:defRPr>
            </a:lvl3pPr>
            <a:lvl4pPr marL="342900" indent="-342900">
              <a:buFont typeface="+mj-lt"/>
              <a:buAutoNum type="arabicPeriod"/>
              <a:defRPr sz="1800" b="0">
                <a:solidFill>
                  <a:schemeClr val="accent1"/>
                </a:solidFill>
                <a:latin typeface="+mj-lt"/>
              </a:defRPr>
            </a:lvl4pPr>
            <a:lvl5pPr marL="342900" indent="-342900">
              <a:buFont typeface="+mj-lt"/>
              <a:buAutoNum type="arabicPeriod"/>
              <a:defRPr sz="1800" b="0">
                <a:solidFill>
                  <a:schemeClr val="accent1"/>
                </a:solidFill>
                <a:latin typeface="+mj-lt"/>
              </a:defRPr>
            </a:lvl5pPr>
          </a:lstStyle>
          <a:p>
            <a:pPr lvl="0"/>
            <a:r>
              <a:rPr lang="en-US" dirty="0"/>
              <a:t>Divider subtitle/speaker name</a:t>
            </a:r>
          </a:p>
        </p:txBody>
      </p:sp>
      <p:sp>
        <p:nvSpPr>
          <p:cNvPr id="4" name="Guides" hidden="1">
            <a:extLst>
              <a:ext uri="{FF2B5EF4-FFF2-40B4-BE49-F238E27FC236}">
                <a16:creationId xmlns:a16="http://schemas.microsoft.com/office/drawing/2014/main" id="{C45CC99F-9496-B3A7-3799-9D2ACA8201E1}"/>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Tree>
    <p:extLst>
      <p:ext uri="{BB962C8B-B14F-4D97-AF65-F5344CB8AC3E}">
        <p14:creationId xmlns:p14="http://schemas.microsoft.com/office/powerpoint/2010/main" val="1034791582"/>
      </p:ext>
    </p:extLst>
  </p:cSld>
  <p:clrMapOvr>
    <a:masterClrMapping/>
  </p:clrMapOvr>
  <p:extLst>
    <p:ext uri="{DCECCB84-F9BA-43D5-87BE-67443E8EF086}">
      <p15:sldGuideLst xmlns:p15="http://schemas.microsoft.com/office/powerpoint/2012/main">
        <p15:guide id="1" orient="horz" pos="56">
          <p15:clr>
            <a:srgbClr val="8F8F8F"/>
          </p15:clr>
        </p15:guide>
        <p15:guide id="2" orient="horz" pos="664">
          <p15:clr>
            <a:srgbClr val="8F8F8F"/>
          </p15:clr>
        </p15:guide>
        <p15:guide id="3" orient="horz" pos="976">
          <p15:clr>
            <a:srgbClr val="FF96FF"/>
          </p15:clr>
        </p15:guide>
        <p15:guide id="4" orient="horz" pos="3344">
          <p15:clr>
            <a:srgbClr val="FF96FF"/>
          </p15:clr>
        </p15:guide>
        <p15:guide id="5" pos="290">
          <p15:clr>
            <a:srgbClr val="FF96FF"/>
          </p15:clr>
        </p15:guide>
        <p15:guide id="6" pos="7389">
          <p15:clr>
            <a:srgbClr val="FF96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40AA6-EFE7-E0B4-B648-3D9372D9BEAC}"/>
              </a:ext>
            </a:extLst>
          </p:cNvPr>
          <p:cNvSpPr>
            <a:spLocks noGrp="1"/>
          </p:cNvSpPr>
          <p:nvPr>
            <p:ph type="title"/>
          </p:nvPr>
        </p:nvSpPr>
        <p:spPr/>
        <p:txBody>
          <a:bodyPr/>
          <a:lstStyle/>
          <a:p>
            <a:r>
              <a:rPr lang="en-US"/>
              <a:t>Click to edit Master title style</a:t>
            </a:r>
            <a:endParaRPr lang="en-GB"/>
          </a:p>
        </p:txBody>
      </p:sp>
      <p:sp>
        <p:nvSpPr>
          <p:cNvPr id="8" name="Guides" hidden="1">
            <a:extLst>
              <a:ext uri="{FF2B5EF4-FFF2-40B4-BE49-F238E27FC236}">
                <a16:creationId xmlns:a16="http://schemas.microsoft.com/office/drawing/2014/main" id="{084EFBB4-013E-A538-1409-7E8DA79B4954}"/>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5" name="Content Placeholder 4">
            <a:extLst>
              <a:ext uri="{FF2B5EF4-FFF2-40B4-BE49-F238E27FC236}">
                <a16:creationId xmlns:a16="http://schemas.microsoft.com/office/drawing/2014/main" id="{FFE41FA3-57CA-81ED-BC9F-485284375C32}"/>
              </a:ext>
            </a:extLst>
          </p:cNvPr>
          <p:cNvSpPr>
            <a:spLocks noGrp="1"/>
          </p:cNvSpPr>
          <p:nvPr>
            <p:ph sz="quarter" idx="12"/>
          </p:nvPr>
        </p:nvSpPr>
        <p:spPr>
          <a:xfrm>
            <a:off x="720000" y="1440000"/>
            <a:ext cx="10751276" cy="4697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a:extLst>
              <a:ext uri="{FF2B5EF4-FFF2-40B4-BE49-F238E27FC236}">
                <a16:creationId xmlns:a16="http://schemas.microsoft.com/office/drawing/2014/main" id="{1B204E11-7B6D-9CA9-BF3E-8138ADAB3041}"/>
              </a:ext>
            </a:extLst>
          </p:cNvPr>
          <p:cNvSpPr>
            <a:spLocks noGrp="1"/>
          </p:cNvSpPr>
          <p:nvPr>
            <p:ph type="sldNum" sz="quarter" idx="15"/>
          </p:nvPr>
        </p:nvSpPr>
        <p:spPr/>
        <p:txBody>
          <a:bodyPr/>
          <a:lstStyle/>
          <a:p>
            <a:fld id="{75A6CFFB-7194-4088-A46E-B1739916A60C}" type="slidenum">
              <a:rPr lang="en-GB" smtClean="0"/>
              <a:pPr/>
              <a:t>‹#›</a:t>
            </a:fld>
            <a:endParaRPr lang="en-GB" dirty="0"/>
          </a:p>
        </p:txBody>
      </p:sp>
      <p:sp>
        <p:nvSpPr>
          <p:cNvPr id="4" name="Footer Placeholder 3">
            <a:extLst>
              <a:ext uri="{FF2B5EF4-FFF2-40B4-BE49-F238E27FC236}">
                <a16:creationId xmlns:a16="http://schemas.microsoft.com/office/drawing/2014/main" id="{A69B17BD-9768-A5F6-87BE-9C0240E9F227}"/>
              </a:ext>
            </a:extLst>
          </p:cNvPr>
          <p:cNvSpPr>
            <a:spLocks noGrp="1"/>
          </p:cNvSpPr>
          <p:nvPr>
            <p:ph type="ftr" sz="quarter" idx="17"/>
          </p:nvPr>
        </p:nvSpPr>
        <p:spPr/>
        <p:txBody>
          <a:bodyPr/>
          <a:lstStyle/>
          <a:p>
            <a:r>
              <a:rPr lang="en-GB"/>
              <a:t>Confidential</a:t>
            </a:r>
            <a:endParaRPr lang="en-GB" dirty="0"/>
          </a:p>
        </p:txBody>
      </p:sp>
    </p:spTree>
    <p:extLst>
      <p:ext uri="{BB962C8B-B14F-4D97-AF65-F5344CB8AC3E}">
        <p14:creationId xmlns:p14="http://schemas.microsoft.com/office/powerpoint/2010/main" val="3596465368"/>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7226" userDrawn="1">
          <p15:clr>
            <a:srgbClr val="FF96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0" name="Title 9">
            <a:extLst>
              <a:ext uri="{FF2B5EF4-FFF2-40B4-BE49-F238E27FC236}">
                <a16:creationId xmlns:a16="http://schemas.microsoft.com/office/drawing/2014/main" id="{35A500CE-B914-13FF-7132-2EDE1D919A80}"/>
              </a:ext>
            </a:extLst>
          </p:cNvPr>
          <p:cNvSpPr>
            <a:spLocks noGrp="1"/>
          </p:cNvSpPr>
          <p:nvPr>
            <p:ph type="title"/>
          </p:nvPr>
        </p:nvSpPr>
        <p:spPr/>
        <p:txBody>
          <a:bodyPr/>
          <a:lstStyle/>
          <a:p>
            <a:r>
              <a:rPr lang="en-US"/>
              <a:t>Click to edit Master title style</a:t>
            </a:r>
            <a:endParaRPr lang="en-GB"/>
          </a:p>
        </p:txBody>
      </p:sp>
      <p:sp>
        <p:nvSpPr>
          <p:cNvPr id="11" name="Content Placeholder 10">
            <a:extLst>
              <a:ext uri="{FF2B5EF4-FFF2-40B4-BE49-F238E27FC236}">
                <a16:creationId xmlns:a16="http://schemas.microsoft.com/office/drawing/2014/main" id="{FB817BFB-F38D-A254-6775-D80B96C262CF}"/>
              </a:ext>
            </a:extLst>
          </p:cNvPr>
          <p:cNvSpPr>
            <a:spLocks noGrp="1"/>
          </p:cNvSpPr>
          <p:nvPr>
            <p:ph sz="quarter" idx="16"/>
          </p:nvPr>
        </p:nvSpPr>
        <p:spPr>
          <a:xfrm>
            <a:off x="6204001" y="1440000"/>
            <a:ext cx="5268000" cy="469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12" name="Content Placeholder 10">
            <a:extLst>
              <a:ext uri="{FF2B5EF4-FFF2-40B4-BE49-F238E27FC236}">
                <a16:creationId xmlns:a16="http://schemas.microsoft.com/office/drawing/2014/main" id="{214BA28B-677E-CDFE-8677-DE5C38B97CCC}"/>
              </a:ext>
            </a:extLst>
          </p:cNvPr>
          <p:cNvSpPr>
            <a:spLocks noGrp="1"/>
          </p:cNvSpPr>
          <p:nvPr>
            <p:ph sz="quarter" idx="17"/>
          </p:nvPr>
        </p:nvSpPr>
        <p:spPr>
          <a:xfrm>
            <a:off x="720000" y="1440000"/>
            <a:ext cx="5268000" cy="469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3" name="Footer Placeholder 2">
            <a:extLst>
              <a:ext uri="{FF2B5EF4-FFF2-40B4-BE49-F238E27FC236}">
                <a16:creationId xmlns:a16="http://schemas.microsoft.com/office/drawing/2014/main" id="{B3D89405-4386-2E4E-747D-C1F477C34C53}"/>
              </a:ext>
            </a:extLst>
          </p:cNvPr>
          <p:cNvSpPr>
            <a:spLocks noGrp="1"/>
          </p:cNvSpPr>
          <p:nvPr>
            <p:ph type="ftr" sz="quarter" idx="19"/>
          </p:nvPr>
        </p:nvSpPr>
        <p:spPr/>
        <p:txBody>
          <a:bodyPr/>
          <a:lstStyle/>
          <a:p>
            <a:r>
              <a:rPr lang="en-GB"/>
              <a:t>Confidential</a:t>
            </a:r>
            <a:endParaRPr lang="en-GB" dirty="0"/>
          </a:p>
        </p:txBody>
      </p:sp>
    </p:spTree>
    <p:extLst>
      <p:ext uri="{BB962C8B-B14F-4D97-AF65-F5344CB8AC3E}">
        <p14:creationId xmlns:p14="http://schemas.microsoft.com/office/powerpoint/2010/main" val="3842951750"/>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orient="horz" pos="4000" userDrawn="1">
          <p15:clr>
            <a:srgbClr val="8F8F8F"/>
          </p15:clr>
        </p15:guide>
        <p15:guide id="6" orient="horz" pos="4176" userDrawn="1">
          <p15:clr>
            <a:srgbClr val="8F8F8F"/>
          </p15:clr>
        </p15:guide>
        <p15:guide id="7" pos="453" userDrawn="1">
          <p15:clr>
            <a:srgbClr val="FF96FF"/>
          </p15:clr>
        </p15:guide>
        <p15:guide id="8" pos="3771" userDrawn="1">
          <p15:clr>
            <a:srgbClr val="FF96FF"/>
          </p15:clr>
        </p15:guide>
        <p15:guide id="9" pos="3908" userDrawn="1">
          <p15:clr>
            <a:srgbClr val="FF96FF"/>
          </p15:clr>
        </p15:guide>
        <p15:guide id="10" pos="7226" userDrawn="1">
          <p15:clr>
            <a:srgbClr val="FF96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4" name="Text Placeholder 13">
            <a:extLst>
              <a:ext uri="{FF2B5EF4-FFF2-40B4-BE49-F238E27FC236}">
                <a16:creationId xmlns:a16="http://schemas.microsoft.com/office/drawing/2014/main" id="{69546373-2436-8098-95BE-7800CE09A2D5}"/>
              </a:ext>
            </a:extLst>
          </p:cNvPr>
          <p:cNvSpPr>
            <a:spLocks noGrp="1"/>
          </p:cNvSpPr>
          <p:nvPr>
            <p:ph type="body" sz="quarter" idx="19"/>
          </p:nvPr>
        </p:nvSpPr>
        <p:spPr>
          <a:xfrm>
            <a:off x="6203638" y="1440001"/>
            <a:ext cx="5267638" cy="4697275"/>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5" name="Text Placeholder 4">
            <a:extLst>
              <a:ext uri="{FF2B5EF4-FFF2-40B4-BE49-F238E27FC236}">
                <a16:creationId xmlns:a16="http://schemas.microsoft.com/office/drawing/2014/main" id="{3514D118-C32E-A026-2E44-7F5F09C08036}"/>
              </a:ext>
            </a:extLst>
          </p:cNvPr>
          <p:cNvSpPr>
            <a:spLocks noGrp="1"/>
          </p:cNvSpPr>
          <p:nvPr>
            <p:ph type="body" sz="quarter" idx="22"/>
          </p:nvPr>
        </p:nvSpPr>
        <p:spPr>
          <a:xfrm>
            <a:off x="720000" y="1440001"/>
            <a:ext cx="5267638" cy="4697275"/>
          </a:xfrm>
          <a:solidFill>
            <a:srgbClr val="E5F5FB"/>
          </a:solidFill>
        </p:spPr>
        <p:txBody>
          <a:bodyPr lIns="144000" tIns="144000" rIns="144000" b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a:extLst>
              <a:ext uri="{FF2B5EF4-FFF2-40B4-BE49-F238E27FC236}">
                <a16:creationId xmlns:a16="http://schemas.microsoft.com/office/drawing/2014/main" id="{53F2895F-CE38-1583-9EE8-B311D31C0F17}"/>
              </a:ext>
            </a:extLst>
          </p:cNvPr>
          <p:cNvSpPr>
            <a:spLocks noGrp="1"/>
          </p:cNvSpPr>
          <p:nvPr>
            <p:ph type="ftr" sz="quarter" idx="24"/>
          </p:nvPr>
        </p:nvSpPr>
        <p:spPr/>
        <p:txBody>
          <a:bodyPr/>
          <a:lstStyle/>
          <a:p>
            <a:r>
              <a:rPr lang="en-GB"/>
              <a:t>Confidential</a:t>
            </a:r>
            <a:endParaRPr lang="en-GB" dirty="0"/>
          </a:p>
        </p:txBody>
      </p:sp>
    </p:spTree>
    <p:extLst>
      <p:ext uri="{BB962C8B-B14F-4D97-AF65-F5344CB8AC3E}">
        <p14:creationId xmlns:p14="http://schemas.microsoft.com/office/powerpoint/2010/main" val="1800599878"/>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3771" userDrawn="1">
          <p15:clr>
            <a:srgbClr val="FF96FF"/>
          </p15:clr>
        </p15:guide>
        <p15:guide id="7" pos="3907" userDrawn="1">
          <p15:clr>
            <a:srgbClr val="FF96FF"/>
          </p15:clr>
        </p15:guide>
        <p15:guide id="8" pos="7226" userDrawn="1">
          <p15:clr>
            <a:srgbClr val="FF96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Statement">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0" name="Text Placeholder 13">
            <a:extLst>
              <a:ext uri="{FF2B5EF4-FFF2-40B4-BE49-F238E27FC236}">
                <a16:creationId xmlns:a16="http://schemas.microsoft.com/office/drawing/2014/main" id="{4AF2AE22-B5B0-A4BE-2A2B-689C2C13CCBC}"/>
              </a:ext>
            </a:extLst>
          </p:cNvPr>
          <p:cNvSpPr>
            <a:spLocks noGrp="1"/>
          </p:cNvSpPr>
          <p:nvPr>
            <p:ph type="body" sz="quarter" idx="20"/>
          </p:nvPr>
        </p:nvSpPr>
        <p:spPr>
          <a:xfrm>
            <a:off x="6204000" y="1439999"/>
            <a:ext cx="5268000" cy="4698000"/>
          </a:xfrm>
        </p:spPr>
        <p:txBody>
          <a:bodyPr lIns="108000">
            <a:noAutofit/>
          </a:bodyPr>
          <a:lstStyle>
            <a:lvl1pPr marL="0" indent="0">
              <a:lnSpc>
                <a:spcPct val="90000"/>
              </a:lnSpc>
              <a:buFont typeface="Arial" panose="020B0604020202020204" pitchFamily="34" charset="0"/>
              <a:buNone/>
              <a:defRPr sz="4200" b="0" spc="0" baseline="0">
                <a:solidFill>
                  <a:schemeClr val="bg1">
                    <a:lumMod val="85000"/>
                  </a:schemeClr>
                </a:solidFill>
                <a:latin typeface="+mj-lt"/>
              </a:defRPr>
            </a:lvl1pPr>
            <a:lvl2pPr marL="0" indent="0">
              <a:buFont typeface="Arial" panose="020B0604020202020204" pitchFamily="34" charset="0"/>
              <a:buNone/>
              <a:defRPr sz="4200" b="1">
                <a:solidFill>
                  <a:schemeClr val="bg1">
                    <a:lumMod val="95000"/>
                  </a:schemeClr>
                </a:solidFill>
                <a:latin typeface="+mj-lt"/>
              </a:defRPr>
            </a:lvl2pPr>
            <a:lvl3pPr marL="0" indent="0">
              <a:buFont typeface="Arial" panose="020B0604020202020204" pitchFamily="34" charset="0"/>
              <a:buNone/>
              <a:defRPr sz="4200" b="1">
                <a:solidFill>
                  <a:schemeClr val="bg1">
                    <a:lumMod val="95000"/>
                  </a:schemeClr>
                </a:solidFill>
                <a:latin typeface="+mj-lt"/>
              </a:defRPr>
            </a:lvl3pPr>
            <a:lvl4pPr marL="0" indent="0">
              <a:buFont typeface="Arial" panose="020B0604020202020204" pitchFamily="34" charset="0"/>
              <a:buNone/>
              <a:defRPr sz="4200" b="1">
                <a:solidFill>
                  <a:schemeClr val="bg1">
                    <a:lumMod val="95000"/>
                  </a:schemeClr>
                </a:solidFill>
                <a:latin typeface="+mj-lt"/>
              </a:defRPr>
            </a:lvl4pPr>
            <a:lvl5pPr marL="0" indent="0">
              <a:buNone/>
              <a:defRPr sz="4200" b="1">
                <a:solidFill>
                  <a:schemeClr val="bg1">
                    <a:lumMod val="95000"/>
                  </a:schemeClr>
                </a:solidFill>
                <a:latin typeface="+mj-lt"/>
              </a:defRPr>
            </a:lvl5pPr>
            <a:lvl6pPr marL="176213" indent="0">
              <a:buNone/>
              <a:defRPr sz="4200" b="1">
                <a:solidFill>
                  <a:schemeClr val="bg1">
                    <a:lumMod val="95000"/>
                  </a:schemeClr>
                </a:solidFill>
                <a:latin typeface="+mj-lt"/>
              </a:defRPr>
            </a:lvl6pPr>
            <a:lvl7pPr marL="363537" indent="0">
              <a:buNone/>
              <a:defRPr sz="4200" b="1">
                <a:solidFill>
                  <a:schemeClr val="bg1">
                    <a:lumMod val="95000"/>
                  </a:schemeClr>
                </a:solidFill>
                <a:latin typeface="+mj-lt"/>
              </a:defRPr>
            </a:lvl7pPr>
            <a:lvl8pPr marL="539750" indent="0">
              <a:buNone/>
              <a:defRPr sz="4200" b="1">
                <a:solidFill>
                  <a:schemeClr val="bg1">
                    <a:lumMod val="95000"/>
                  </a:schemeClr>
                </a:solidFill>
                <a:latin typeface="+mj-lt"/>
              </a:defRPr>
            </a:lvl8pPr>
            <a:lvl9pPr marL="715962" indent="0">
              <a:buNone/>
              <a:defRPr sz="4200" b="1">
                <a:solidFill>
                  <a:schemeClr val="bg1">
                    <a:lumMod val="95000"/>
                  </a:schemeClr>
                </a:solidFill>
                <a:latin typeface="+mj-lt"/>
              </a:defRPr>
            </a:lvl9pPr>
          </a:lstStyle>
          <a:p>
            <a:pPr lvl="0"/>
            <a:r>
              <a:rPr lang="en-US" dirty="0"/>
              <a:t>Click to edit</a:t>
            </a:r>
            <a:endParaRPr lang="en-GB" dirty="0"/>
          </a:p>
        </p:txBody>
      </p:sp>
      <p:sp>
        <p:nvSpPr>
          <p:cNvPr id="5" name="Text Placeholder 12">
            <a:extLst>
              <a:ext uri="{FF2B5EF4-FFF2-40B4-BE49-F238E27FC236}">
                <a16:creationId xmlns:a16="http://schemas.microsoft.com/office/drawing/2014/main" id="{A0D8658B-6121-E091-86D2-1821C1CA3671}"/>
              </a:ext>
            </a:extLst>
          </p:cNvPr>
          <p:cNvSpPr>
            <a:spLocks noGrp="1"/>
          </p:cNvSpPr>
          <p:nvPr>
            <p:ph type="body" sz="quarter" idx="21"/>
          </p:nvPr>
        </p:nvSpPr>
        <p:spPr>
          <a:xfrm>
            <a:off x="719999" y="1439999"/>
            <a:ext cx="5268000" cy="469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6" name="Title 5">
            <a:extLst>
              <a:ext uri="{FF2B5EF4-FFF2-40B4-BE49-F238E27FC236}">
                <a16:creationId xmlns:a16="http://schemas.microsoft.com/office/drawing/2014/main" id="{BE77494B-3C97-2008-C59D-DEE6B0EF0853}"/>
              </a:ext>
            </a:extLst>
          </p:cNvPr>
          <p:cNvSpPr>
            <a:spLocks noGrp="1"/>
          </p:cNvSpPr>
          <p:nvPr>
            <p:ph type="title"/>
          </p:nvPr>
        </p:nvSpPr>
        <p:spPr/>
        <p:txBody>
          <a:bodyPr/>
          <a:lstStyle/>
          <a:p>
            <a:r>
              <a:rPr lang="en-US"/>
              <a:t>Click to edit Master title style</a:t>
            </a:r>
            <a:endParaRPr lang="en-GB"/>
          </a:p>
        </p:txBody>
      </p:sp>
      <p:cxnSp>
        <p:nvCxnSpPr>
          <p:cNvPr id="9" name="Straight Connector 8">
            <a:extLst>
              <a:ext uri="{FF2B5EF4-FFF2-40B4-BE49-F238E27FC236}">
                <a16:creationId xmlns:a16="http://schemas.microsoft.com/office/drawing/2014/main" id="{BFA50FF3-1A00-DBEC-871A-73E1E2EC6D2B}"/>
              </a:ext>
            </a:extLst>
          </p:cNvPr>
          <p:cNvCxnSpPr>
            <a:cxnSpLocks/>
          </p:cNvCxnSpPr>
          <p:nvPr userDrawn="1"/>
        </p:nvCxnSpPr>
        <p:spPr>
          <a:xfrm>
            <a:off x="6096000" y="1439999"/>
            <a:ext cx="0" cy="469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E3685D24-EA98-0CBD-E176-822BAD146982}"/>
              </a:ext>
            </a:extLst>
          </p:cNvPr>
          <p:cNvSpPr>
            <a:spLocks noGrp="1"/>
          </p:cNvSpPr>
          <p:nvPr>
            <p:ph type="ftr" sz="quarter" idx="23"/>
          </p:nvPr>
        </p:nvSpPr>
        <p:spPr/>
        <p:txBody>
          <a:bodyPr/>
          <a:lstStyle/>
          <a:p>
            <a:r>
              <a:rPr lang="en-GB"/>
              <a:t>Confidential</a:t>
            </a:r>
            <a:endParaRPr lang="en-GB" dirty="0"/>
          </a:p>
        </p:txBody>
      </p:sp>
    </p:spTree>
    <p:extLst>
      <p:ext uri="{BB962C8B-B14F-4D97-AF65-F5344CB8AC3E}">
        <p14:creationId xmlns:p14="http://schemas.microsoft.com/office/powerpoint/2010/main" val="1712146081"/>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3771" userDrawn="1">
          <p15:clr>
            <a:srgbClr val="FF96FF"/>
          </p15:clr>
        </p15:guide>
        <p15:guide id="7" pos="3907" userDrawn="1">
          <p15:clr>
            <a:srgbClr val="FF96FF"/>
          </p15:clr>
        </p15:guide>
        <p15:guide id="8" pos="7226" userDrawn="1">
          <p15:clr>
            <a:srgbClr val="FF96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6" name="Content Placeholder 5">
            <a:extLst>
              <a:ext uri="{FF2B5EF4-FFF2-40B4-BE49-F238E27FC236}">
                <a16:creationId xmlns:a16="http://schemas.microsoft.com/office/drawing/2014/main" id="{976D9720-3D16-6124-026C-E5CA9D09E20E}"/>
              </a:ext>
            </a:extLst>
          </p:cNvPr>
          <p:cNvSpPr>
            <a:spLocks noGrp="1"/>
          </p:cNvSpPr>
          <p:nvPr>
            <p:ph sz="quarter" idx="12"/>
          </p:nvPr>
        </p:nvSpPr>
        <p:spPr>
          <a:xfrm>
            <a:off x="719999" y="1439999"/>
            <a:ext cx="3439251" cy="4697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9" name="Content Placeholder 5">
            <a:extLst>
              <a:ext uri="{FF2B5EF4-FFF2-40B4-BE49-F238E27FC236}">
                <a16:creationId xmlns:a16="http://schemas.microsoft.com/office/drawing/2014/main" id="{68D086FC-08D6-095C-EF71-3CC30002FB3D}"/>
              </a:ext>
            </a:extLst>
          </p:cNvPr>
          <p:cNvSpPr>
            <a:spLocks noGrp="1"/>
          </p:cNvSpPr>
          <p:nvPr>
            <p:ph sz="quarter" idx="16"/>
          </p:nvPr>
        </p:nvSpPr>
        <p:spPr>
          <a:xfrm>
            <a:off x="4376000" y="1439999"/>
            <a:ext cx="3439251" cy="4697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10" name="Content Placeholder 5">
            <a:extLst>
              <a:ext uri="{FF2B5EF4-FFF2-40B4-BE49-F238E27FC236}">
                <a16:creationId xmlns:a16="http://schemas.microsoft.com/office/drawing/2014/main" id="{5738C42A-786E-3420-44BC-CB108E3ACA64}"/>
              </a:ext>
            </a:extLst>
          </p:cNvPr>
          <p:cNvSpPr>
            <a:spLocks noGrp="1"/>
          </p:cNvSpPr>
          <p:nvPr>
            <p:ph sz="quarter" idx="17"/>
          </p:nvPr>
        </p:nvSpPr>
        <p:spPr>
          <a:xfrm>
            <a:off x="8032000" y="1439999"/>
            <a:ext cx="3439251" cy="4697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5" name="Footer Placeholder 4">
            <a:extLst>
              <a:ext uri="{FF2B5EF4-FFF2-40B4-BE49-F238E27FC236}">
                <a16:creationId xmlns:a16="http://schemas.microsoft.com/office/drawing/2014/main" id="{B0F30DD7-A3C8-8AE1-4CAB-8B261E551B82}"/>
              </a:ext>
            </a:extLst>
          </p:cNvPr>
          <p:cNvSpPr>
            <a:spLocks noGrp="1"/>
          </p:cNvSpPr>
          <p:nvPr>
            <p:ph type="ftr" sz="quarter" idx="19"/>
          </p:nvPr>
        </p:nvSpPr>
        <p:spPr/>
        <p:txBody>
          <a:bodyPr/>
          <a:lstStyle/>
          <a:p>
            <a:r>
              <a:rPr lang="en-GB"/>
              <a:t>Confidential</a:t>
            </a:r>
            <a:endParaRPr lang="en-GB" dirty="0"/>
          </a:p>
        </p:txBody>
      </p:sp>
    </p:spTree>
    <p:extLst>
      <p:ext uri="{BB962C8B-B14F-4D97-AF65-F5344CB8AC3E}">
        <p14:creationId xmlns:p14="http://schemas.microsoft.com/office/powerpoint/2010/main" val="358954914"/>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8" pos="4923" userDrawn="1">
          <p15:clr>
            <a:srgbClr val="FF96FF"/>
          </p15:clr>
        </p15:guide>
        <p15:guide id="9" pos="5059" userDrawn="1">
          <p15:clr>
            <a:srgbClr val="FF96FF"/>
          </p15:clr>
        </p15:guide>
        <p15:guide id="10" pos="7226" userDrawn="1">
          <p15:clr>
            <a:srgbClr val="FF96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4" name="Text Placeholder 13">
            <a:extLst>
              <a:ext uri="{FF2B5EF4-FFF2-40B4-BE49-F238E27FC236}">
                <a16:creationId xmlns:a16="http://schemas.microsoft.com/office/drawing/2014/main" id="{69546373-2436-8098-95BE-7800CE09A2D5}"/>
              </a:ext>
            </a:extLst>
          </p:cNvPr>
          <p:cNvSpPr>
            <a:spLocks noGrp="1"/>
          </p:cNvSpPr>
          <p:nvPr>
            <p:ph type="body" sz="quarter" idx="19"/>
          </p:nvPr>
        </p:nvSpPr>
        <p:spPr>
          <a:xfrm>
            <a:off x="4375999" y="1439999"/>
            <a:ext cx="3440000" cy="4698000"/>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15" name="Text Placeholder 13">
            <a:extLst>
              <a:ext uri="{FF2B5EF4-FFF2-40B4-BE49-F238E27FC236}">
                <a16:creationId xmlns:a16="http://schemas.microsoft.com/office/drawing/2014/main" id="{1ED7E208-E774-FAA2-F468-763F849AFA4D}"/>
              </a:ext>
            </a:extLst>
          </p:cNvPr>
          <p:cNvSpPr>
            <a:spLocks noGrp="1"/>
          </p:cNvSpPr>
          <p:nvPr>
            <p:ph type="body" sz="quarter" idx="20"/>
          </p:nvPr>
        </p:nvSpPr>
        <p:spPr>
          <a:xfrm>
            <a:off x="8031999" y="1439999"/>
            <a:ext cx="3440000" cy="4698000"/>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5" name="Text Placeholder 4">
            <a:extLst>
              <a:ext uri="{FF2B5EF4-FFF2-40B4-BE49-F238E27FC236}">
                <a16:creationId xmlns:a16="http://schemas.microsoft.com/office/drawing/2014/main" id="{3514D118-C32E-A026-2E44-7F5F09C08036}"/>
              </a:ext>
            </a:extLst>
          </p:cNvPr>
          <p:cNvSpPr>
            <a:spLocks noGrp="1"/>
          </p:cNvSpPr>
          <p:nvPr>
            <p:ph type="body" sz="quarter" idx="22"/>
          </p:nvPr>
        </p:nvSpPr>
        <p:spPr>
          <a:xfrm>
            <a:off x="720000" y="1440000"/>
            <a:ext cx="3440000" cy="4698000"/>
          </a:xfrm>
          <a:solidFill>
            <a:srgbClr val="E5F5FB"/>
          </a:solidFill>
        </p:spPr>
        <p:txBody>
          <a:bodyPr lIns="144000" tIns="144000" rIns="144000" b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a:extLst>
              <a:ext uri="{FF2B5EF4-FFF2-40B4-BE49-F238E27FC236}">
                <a16:creationId xmlns:a16="http://schemas.microsoft.com/office/drawing/2014/main" id="{F454F5EA-4BE2-6BA9-4626-06B2EF55C818}"/>
              </a:ext>
            </a:extLst>
          </p:cNvPr>
          <p:cNvSpPr>
            <a:spLocks noGrp="1"/>
          </p:cNvSpPr>
          <p:nvPr>
            <p:ph type="ftr" sz="quarter" idx="24"/>
          </p:nvPr>
        </p:nvSpPr>
        <p:spPr/>
        <p:txBody>
          <a:bodyPr/>
          <a:lstStyle/>
          <a:p>
            <a:r>
              <a:rPr lang="en-GB"/>
              <a:t>Confidential</a:t>
            </a:r>
            <a:endParaRPr lang="en-GB" dirty="0"/>
          </a:p>
        </p:txBody>
      </p:sp>
    </p:spTree>
    <p:extLst>
      <p:ext uri="{BB962C8B-B14F-4D97-AF65-F5344CB8AC3E}">
        <p14:creationId xmlns:p14="http://schemas.microsoft.com/office/powerpoint/2010/main" val="2289071708"/>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8" pos="4923" userDrawn="1">
          <p15:clr>
            <a:srgbClr val="FF96FF"/>
          </p15:clr>
        </p15:guide>
        <p15:guide id="9" pos="5059" userDrawn="1">
          <p15:clr>
            <a:srgbClr val="FF96FF"/>
          </p15:clr>
        </p15:guide>
        <p15:guide id="10" pos="7226" userDrawn="1">
          <p15:clr>
            <a:srgbClr val="FF96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1/3 -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6" name="Content Placeholder 5">
            <a:extLst>
              <a:ext uri="{FF2B5EF4-FFF2-40B4-BE49-F238E27FC236}">
                <a16:creationId xmlns:a16="http://schemas.microsoft.com/office/drawing/2014/main" id="{976D9720-3D16-6124-026C-E5CA9D09E20E}"/>
              </a:ext>
            </a:extLst>
          </p:cNvPr>
          <p:cNvSpPr>
            <a:spLocks noGrp="1"/>
          </p:cNvSpPr>
          <p:nvPr>
            <p:ph sz="quarter" idx="12"/>
          </p:nvPr>
        </p:nvSpPr>
        <p:spPr>
          <a:xfrm>
            <a:off x="719999" y="1440000"/>
            <a:ext cx="3439251" cy="4697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9" name="Content Placeholder 5">
            <a:extLst>
              <a:ext uri="{FF2B5EF4-FFF2-40B4-BE49-F238E27FC236}">
                <a16:creationId xmlns:a16="http://schemas.microsoft.com/office/drawing/2014/main" id="{68D086FC-08D6-095C-EF71-3CC30002FB3D}"/>
              </a:ext>
            </a:extLst>
          </p:cNvPr>
          <p:cNvSpPr>
            <a:spLocks noGrp="1"/>
          </p:cNvSpPr>
          <p:nvPr>
            <p:ph sz="quarter" idx="16"/>
          </p:nvPr>
        </p:nvSpPr>
        <p:spPr>
          <a:xfrm>
            <a:off x="4376000" y="1440000"/>
            <a:ext cx="7095275" cy="4697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cxnSp>
        <p:nvCxnSpPr>
          <p:cNvPr id="5" name="Straight Connector 4">
            <a:extLst>
              <a:ext uri="{FF2B5EF4-FFF2-40B4-BE49-F238E27FC236}">
                <a16:creationId xmlns:a16="http://schemas.microsoft.com/office/drawing/2014/main" id="{984B6552-A131-98F4-655B-3385031E74B3}"/>
              </a:ext>
            </a:extLst>
          </p:cNvPr>
          <p:cNvCxnSpPr>
            <a:cxnSpLocks/>
          </p:cNvCxnSpPr>
          <p:nvPr userDrawn="1"/>
        </p:nvCxnSpPr>
        <p:spPr>
          <a:xfrm>
            <a:off x="4264025" y="1439999"/>
            <a:ext cx="0" cy="469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A54BFB9-F11F-4A3A-E179-3941D4D9B82D}"/>
              </a:ext>
            </a:extLst>
          </p:cNvPr>
          <p:cNvSpPr>
            <a:spLocks noGrp="1"/>
          </p:cNvSpPr>
          <p:nvPr>
            <p:ph type="ftr" sz="quarter" idx="18"/>
          </p:nvPr>
        </p:nvSpPr>
        <p:spPr/>
        <p:txBody>
          <a:bodyPr/>
          <a:lstStyle/>
          <a:p>
            <a:r>
              <a:rPr lang="en-GB"/>
              <a:t>Confidential</a:t>
            </a:r>
            <a:endParaRPr lang="en-GB" dirty="0"/>
          </a:p>
        </p:txBody>
      </p:sp>
    </p:spTree>
    <p:extLst>
      <p:ext uri="{BB962C8B-B14F-4D97-AF65-F5344CB8AC3E}">
        <p14:creationId xmlns:p14="http://schemas.microsoft.com/office/powerpoint/2010/main" val="298143762"/>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9" pos="7680" userDrawn="1">
          <p15:clr>
            <a:srgbClr val="FF96FF"/>
          </p15:clr>
        </p15:guide>
        <p15:guide id="10" pos="7226" userDrawn="1">
          <p15:clr>
            <a:srgbClr val="FF96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mp; Statement 1/3 -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6" name="Content Placeholder 5">
            <a:extLst>
              <a:ext uri="{FF2B5EF4-FFF2-40B4-BE49-F238E27FC236}">
                <a16:creationId xmlns:a16="http://schemas.microsoft.com/office/drawing/2014/main" id="{976D9720-3D16-6124-026C-E5CA9D09E20E}"/>
              </a:ext>
            </a:extLst>
          </p:cNvPr>
          <p:cNvSpPr>
            <a:spLocks noGrp="1"/>
          </p:cNvSpPr>
          <p:nvPr>
            <p:ph sz="quarter" idx="12"/>
          </p:nvPr>
        </p:nvSpPr>
        <p:spPr>
          <a:xfrm>
            <a:off x="719999" y="1440000"/>
            <a:ext cx="3439251" cy="4697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5" name="Text Placeholder 13">
            <a:extLst>
              <a:ext uri="{FF2B5EF4-FFF2-40B4-BE49-F238E27FC236}">
                <a16:creationId xmlns:a16="http://schemas.microsoft.com/office/drawing/2014/main" id="{0857EDEC-9287-F194-E404-35AD61CE11D5}"/>
              </a:ext>
            </a:extLst>
          </p:cNvPr>
          <p:cNvSpPr>
            <a:spLocks noGrp="1"/>
          </p:cNvSpPr>
          <p:nvPr>
            <p:ph type="body" sz="quarter" idx="20"/>
          </p:nvPr>
        </p:nvSpPr>
        <p:spPr>
          <a:xfrm>
            <a:off x="4375150" y="1439999"/>
            <a:ext cx="7096850" cy="4698000"/>
          </a:xfrm>
        </p:spPr>
        <p:txBody>
          <a:bodyPr lIns="108000">
            <a:noAutofit/>
          </a:bodyPr>
          <a:lstStyle>
            <a:lvl1pPr marL="0" indent="0">
              <a:lnSpc>
                <a:spcPct val="90000"/>
              </a:lnSpc>
              <a:buFont typeface="Arial" panose="020B0604020202020204" pitchFamily="34" charset="0"/>
              <a:buNone/>
              <a:defRPr sz="4200" b="0">
                <a:solidFill>
                  <a:schemeClr val="bg1">
                    <a:lumMod val="85000"/>
                  </a:schemeClr>
                </a:solidFill>
                <a:latin typeface="+mj-lt"/>
              </a:defRPr>
            </a:lvl1pPr>
            <a:lvl2pPr marL="0" indent="0">
              <a:buFont typeface="Arial" panose="020B0604020202020204" pitchFamily="34" charset="0"/>
              <a:buNone/>
              <a:defRPr sz="4200" b="1">
                <a:solidFill>
                  <a:schemeClr val="bg1">
                    <a:lumMod val="95000"/>
                  </a:schemeClr>
                </a:solidFill>
                <a:latin typeface="+mj-lt"/>
              </a:defRPr>
            </a:lvl2pPr>
            <a:lvl3pPr marL="0" indent="0">
              <a:buFont typeface="Arial" panose="020B0604020202020204" pitchFamily="34" charset="0"/>
              <a:buNone/>
              <a:defRPr sz="4200" b="1">
                <a:solidFill>
                  <a:schemeClr val="bg1">
                    <a:lumMod val="95000"/>
                  </a:schemeClr>
                </a:solidFill>
                <a:latin typeface="+mj-lt"/>
              </a:defRPr>
            </a:lvl3pPr>
            <a:lvl4pPr marL="0" indent="0">
              <a:buFont typeface="Arial" panose="020B0604020202020204" pitchFamily="34" charset="0"/>
              <a:buNone/>
              <a:defRPr sz="4200" b="1">
                <a:solidFill>
                  <a:schemeClr val="bg1">
                    <a:lumMod val="95000"/>
                  </a:schemeClr>
                </a:solidFill>
                <a:latin typeface="+mj-lt"/>
              </a:defRPr>
            </a:lvl4pPr>
            <a:lvl5pPr marL="0" indent="0">
              <a:buNone/>
              <a:defRPr sz="4200" b="1">
                <a:solidFill>
                  <a:schemeClr val="bg1">
                    <a:lumMod val="95000"/>
                  </a:schemeClr>
                </a:solidFill>
                <a:latin typeface="+mj-lt"/>
              </a:defRPr>
            </a:lvl5pPr>
            <a:lvl6pPr marL="176213" indent="0">
              <a:buNone/>
              <a:defRPr sz="4200" b="1">
                <a:solidFill>
                  <a:schemeClr val="bg1">
                    <a:lumMod val="95000"/>
                  </a:schemeClr>
                </a:solidFill>
                <a:latin typeface="+mj-lt"/>
              </a:defRPr>
            </a:lvl6pPr>
            <a:lvl7pPr marL="363537" indent="0">
              <a:buNone/>
              <a:defRPr sz="4200" b="1">
                <a:solidFill>
                  <a:schemeClr val="bg1">
                    <a:lumMod val="95000"/>
                  </a:schemeClr>
                </a:solidFill>
                <a:latin typeface="+mj-lt"/>
              </a:defRPr>
            </a:lvl7pPr>
            <a:lvl8pPr marL="539750" indent="0">
              <a:buNone/>
              <a:defRPr sz="4200" b="1">
                <a:solidFill>
                  <a:schemeClr val="bg1">
                    <a:lumMod val="95000"/>
                  </a:schemeClr>
                </a:solidFill>
                <a:latin typeface="+mj-lt"/>
              </a:defRPr>
            </a:lvl8pPr>
            <a:lvl9pPr marL="715962" indent="0">
              <a:buNone/>
              <a:defRPr sz="4200" b="1">
                <a:solidFill>
                  <a:schemeClr val="bg1">
                    <a:lumMod val="95000"/>
                  </a:schemeClr>
                </a:solidFill>
                <a:latin typeface="+mj-lt"/>
              </a:defRPr>
            </a:lvl9pPr>
          </a:lstStyle>
          <a:p>
            <a:pPr lvl="0"/>
            <a:r>
              <a:rPr lang="en-US" dirty="0"/>
              <a:t>Click to edit</a:t>
            </a:r>
            <a:endParaRPr lang="en-GB" dirty="0"/>
          </a:p>
        </p:txBody>
      </p:sp>
      <p:cxnSp>
        <p:nvCxnSpPr>
          <p:cNvPr id="8" name="Straight Connector 7">
            <a:extLst>
              <a:ext uri="{FF2B5EF4-FFF2-40B4-BE49-F238E27FC236}">
                <a16:creationId xmlns:a16="http://schemas.microsoft.com/office/drawing/2014/main" id="{3D70A1AA-DB7E-97DC-9BE4-4008E98CDC29}"/>
              </a:ext>
            </a:extLst>
          </p:cNvPr>
          <p:cNvCxnSpPr>
            <a:cxnSpLocks/>
          </p:cNvCxnSpPr>
          <p:nvPr userDrawn="1"/>
        </p:nvCxnSpPr>
        <p:spPr>
          <a:xfrm>
            <a:off x="4267200" y="1439999"/>
            <a:ext cx="0" cy="469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906B6D97-DF83-EBA6-55B1-9965CD60BEA9}"/>
              </a:ext>
            </a:extLst>
          </p:cNvPr>
          <p:cNvSpPr>
            <a:spLocks noGrp="1"/>
          </p:cNvSpPr>
          <p:nvPr>
            <p:ph type="ftr" sz="quarter" idx="22"/>
          </p:nvPr>
        </p:nvSpPr>
        <p:spPr/>
        <p:txBody>
          <a:bodyPr/>
          <a:lstStyle/>
          <a:p>
            <a:r>
              <a:rPr lang="en-GB"/>
              <a:t>Confidential</a:t>
            </a:r>
            <a:endParaRPr lang="en-GB" dirty="0"/>
          </a:p>
        </p:txBody>
      </p:sp>
    </p:spTree>
    <p:extLst>
      <p:ext uri="{BB962C8B-B14F-4D97-AF65-F5344CB8AC3E}">
        <p14:creationId xmlns:p14="http://schemas.microsoft.com/office/powerpoint/2010/main" val="1490960666"/>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9" pos="7680" userDrawn="1">
          <p15:clr>
            <a:srgbClr val="FF96FF"/>
          </p15:clr>
        </p15:guide>
        <p15:guide id="10" pos="7226" userDrawn="1">
          <p15:clr>
            <a:srgbClr val="FF96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1/3 - 2/3 Pan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dirty="0"/>
              <a:t>Click to edit Master title style</a:t>
            </a:r>
            <a:endParaRPr lang="en-GB" dirty="0"/>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4" name="Text Placeholder 13">
            <a:extLst>
              <a:ext uri="{FF2B5EF4-FFF2-40B4-BE49-F238E27FC236}">
                <a16:creationId xmlns:a16="http://schemas.microsoft.com/office/drawing/2014/main" id="{69546373-2436-8098-95BE-7800CE09A2D5}"/>
              </a:ext>
            </a:extLst>
          </p:cNvPr>
          <p:cNvSpPr>
            <a:spLocks noGrp="1"/>
          </p:cNvSpPr>
          <p:nvPr>
            <p:ph type="body" sz="quarter" idx="19"/>
          </p:nvPr>
        </p:nvSpPr>
        <p:spPr>
          <a:xfrm>
            <a:off x="4376000" y="1439998"/>
            <a:ext cx="7095999" cy="4698000"/>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5" name="Text Placeholder 16">
            <a:extLst>
              <a:ext uri="{FF2B5EF4-FFF2-40B4-BE49-F238E27FC236}">
                <a16:creationId xmlns:a16="http://schemas.microsoft.com/office/drawing/2014/main" id="{D2CD1DAB-79A6-BA68-960A-BDEE364F5C13}"/>
              </a:ext>
            </a:extLst>
          </p:cNvPr>
          <p:cNvSpPr>
            <a:spLocks noGrp="1"/>
          </p:cNvSpPr>
          <p:nvPr>
            <p:ph type="body" sz="quarter" idx="21" hasCustomPrompt="1"/>
          </p:nvPr>
        </p:nvSpPr>
        <p:spPr>
          <a:xfrm>
            <a:off x="720000" y="1440000"/>
            <a:ext cx="3440000" cy="4698000"/>
          </a:xfrm>
          <a:solidFill>
            <a:srgbClr val="E5F5FB"/>
          </a:solidFill>
        </p:spPr>
        <p:txBody>
          <a:bodyPr lIns="144000" tIns="144000" rIns="144000" bIns="144000">
            <a:noAutofit/>
          </a:bodyPr>
          <a:lstStyle>
            <a:lvl1pPr marL="0" indent="0">
              <a:buFont typeface="Arial" panose="020B0604020202020204" pitchFamily="34" charset="0"/>
              <a:buNone/>
              <a:defRPr sz="1800" b="0">
                <a:solidFill>
                  <a:schemeClr val="accent2"/>
                </a:solidFill>
                <a:latin typeface="+mj-lt"/>
              </a:defRPr>
            </a:lvl1pPr>
            <a:lvl2pPr marL="0" indent="0">
              <a:buFont typeface="Arial" panose="020B0604020202020204" pitchFamily="34" charset="0"/>
              <a:buNone/>
              <a:defRPr sz="1800" b="0">
                <a:solidFill>
                  <a:schemeClr val="accent2"/>
                </a:solidFill>
                <a:latin typeface="+mj-lt"/>
              </a:defRPr>
            </a:lvl2pPr>
            <a:lvl3pPr marL="0" indent="0">
              <a:buFont typeface="Arial" panose="020B0604020202020204" pitchFamily="34" charset="0"/>
              <a:buNone/>
              <a:defRPr sz="1800" b="0">
                <a:solidFill>
                  <a:schemeClr val="accent2"/>
                </a:solidFill>
                <a:latin typeface="+mj-lt"/>
              </a:defRPr>
            </a:lvl3pPr>
            <a:lvl4pPr marL="0" indent="0">
              <a:buFont typeface="Arial" panose="020B0604020202020204" pitchFamily="34" charset="0"/>
              <a:buNone/>
              <a:defRPr sz="1800" b="0">
                <a:solidFill>
                  <a:schemeClr val="accent2"/>
                </a:solidFill>
                <a:latin typeface="+mj-lt"/>
              </a:defRPr>
            </a:lvl4pPr>
            <a:lvl5pPr marL="0" indent="0">
              <a:buNone/>
              <a:defRPr sz="1800" b="0">
                <a:solidFill>
                  <a:schemeClr val="accent2"/>
                </a:solidFill>
                <a:latin typeface="+mj-lt"/>
              </a:defRPr>
            </a:lvl5pPr>
          </a:lstStyle>
          <a:p>
            <a:pPr lvl="0"/>
            <a:r>
              <a:rPr lang="en-US" dirty="0"/>
              <a:t>Intro Paragraph</a:t>
            </a:r>
          </a:p>
        </p:txBody>
      </p:sp>
      <p:sp>
        <p:nvSpPr>
          <p:cNvPr id="3" name="Rectangle 2">
            <a:extLst>
              <a:ext uri="{FF2B5EF4-FFF2-40B4-BE49-F238E27FC236}">
                <a16:creationId xmlns:a16="http://schemas.microsoft.com/office/drawing/2014/main" id="{2AC51122-2595-E934-C2CB-EB83D83BAD82}"/>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67"/>
                </a:solidFill>
              </a:rPr>
              <a:t>|</a:t>
            </a:r>
          </a:p>
        </p:txBody>
      </p:sp>
      <p:sp>
        <p:nvSpPr>
          <p:cNvPr id="8" name="Footer Placeholder 7">
            <a:extLst>
              <a:ext uri="{FF2B5EF4-FFF2-40B4-BE49-F238E27FC236}">
                <a16:creationId xmlns:a16="http://schemas.microsoft.com/office/drawing/2014/main" id="{300AC828-92D1-D399-4D0D-05064BA1B963}"/>
              </a:ext>
            </a:extLst>
          </p:cNvPr>
          <p:cNvSpPr>
            <a:spLocks noGrp="1"/>
          </p:cNvSpPr>
          <p:nvPr>
            <p:ph type="ftr" sz="quarter" idx="23"/>
          </p:nvPr>
        </p:nvSpPr>
        <p:spPr/>
        <p:txBody>
          <a:bodyPr/>
          <a:lstStyle/>
          <a:p>
            <a:r>
              <a:rPr lang="en-GB"/>
              <a:t>Confidential</a:t>
            </a:r>
            <a:endParaRPr lang="en-GB" dirty="0"/>
          </a:p>
        </p:txBody>
      </p:sp>
    </p:spTree>
    <p:extLst>
      <p:ext uri="{BB962C8B-B14F-4D97-AF65-F5344CB8AC3E}">
        <p14:creationId xmlns:p14="http://schemas.microsoft.com/office/powerpoint/2010/main" val="577208395"/>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orient="horz" pos="4000" userDrawn="1">
          <p15:clr>
            <a:srgbClr val="8F8F8F"/>
          </p15:clr>
        </p15:guide>
        <p15:guide id="6" orient="horz" pos="4176" userDrawn="1">
          <p15:clr>
            <a:srgbClr val="8F8F8F"/>
          </p15:clr>
        </p15:guide>
        <p15:guide id="7" pos="453" userDrawn="1">
          <p15:clr>
            <a:srgbClr val="FF96FF"/>
          </p15:clr>
        </p15:guide>
        <p15:guide id="8" pos="2620" userDrawn="1">
          <p15:clr>
            <a:srgbClr val="FF96FF"/>
          </p15:clr>
        </p15:guide>
        <p15:guide id="9" pos="2756" userDrawn="1">
          <p15:clr>
            <a:srgbClr val="FF96FF"/>
          </p15:clr>
        </p15:guide>
        <p15:guide id="12" pos="7226" userDrawn="1">
          <p15:clr>
            <a:srgbClr val="FF96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mp; Image 1">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6" name="Content Placeholder 5">
            <a:extLst>
              <a:ext uri="{FF2B5EF4-FFF2-40B4-BE49-F238E27FC236}">
                <a16:creationId xmlns:a16="http://schemas.microsoft.com/office/drawing/2014/main" id="{976D9720-3D16-6124-026C-E5CA9D09E20E}"/>
              </a:ext>
            </a:extLst>
          </p:cNvPr>
          <p:cNvSpPr>
            <a:spLocks noGrp="1"/>
          </p:cNvSpPr>
          <p:nvPr>
            <p:ph sz="quarter" idx="12"/>
          </p:nvPr>
        </p:nvSpPr>
        <p:spPr>
          <a:xfrm>
            <a:off x="720000" y="1440000"/>
            <a:ext cx="5268000" cy="469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2" name="Title 1">
            <a:extLst>
              <a:ext uri="{FF2B5EF4-FFF2-40B4-BE49-F238E27FC236}">
                <a16:creationId xmlns:a16="http://schemas.microsoft.com/office/drawing/2014/main" id="{8CC06BDF-E43B-C490-6857-D8E0351398F8}"/>
              </a:ext>
            </a:extLst>
          </p:cNvPr>
          <p:cNvSpPr>
            <a:spLocks noGrp="1"/>
          </p:cNvSpPr>
          <p:nvPr>
            <p:ph type="title"/>
          </p:nvPr>
        </p:nvSpPr>
        <p:spPr>
          <a:xfrm>
            <a:off x="733331" y="88900"/>
            <a:ext cx="5253132" cy="965926"/>
          </a:xfrm>
        </p:spPr>
        <p:txBody>
          <a:bodyPr/>
          <a:lstStyle/>
          <a:p>
            <a:r>
              <a:rPr lang="en-US"/>
              <a:t>Click to edit Master title style</a:t>
            </a:r>
            <a:endParaRPr lang="en-GB"/>
          </a:p>
        </p:txBody>
      </p:sp>
      <p:sp>
        <p:nvSpPr>
          <p:cNvPr id="10" name="Picture Placeholder 10">
            <a:extLst>
              <a:ext uri="{FF2B5EF4-FFF2-40B4-BE49-F238E27FC236}">
                <a16:creationId xmlns:a16="http://schemas.microsoft.com/office/drawing/2014/main" id="{5BE9F7D8-D38E-E1E8-3453-5EF988036FCD}"/>
              </a:ext>
            </a:extLst>
          </p:cNvPr>
          <p:cNvSpPr>
            <a:spLocks noGrp="1"/>
          </p:cNvSpPr>
          <p:nvPr>
            <p:ph type="pic" sz="quarter" idx="13"/>
          </p:nvPr>
        </p:nvSpPr>
        <p:spPr>
          <a:xfrm>
            <a:off x="6203950" y="0"/>
            <a:ext cx="5988050" cy="6137275"/>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sp>
        <p:nvSpPr>
          <p:cNvPr id="5" name="Footer Placeholder 4">
            <a:extLst>
              <a:ext uri="{FF2B5EF4-FFF2-40B4-BE49-F238E27FC236}">
                <a16:creationId xmlns:a16="http://schemas.microsoft.com/office/drawing/2014/main" id="{3FEB6905-EC43-D6E6-0910-34297D378584}"/>
              </a:ext>
            </a:extLst>
          </p:cNvPr>
          <p:cNvSpPr>
            <a:spLocks noGrp="1"/>
          </p:cNvSpPr>
          <p:nvPr>
            <p:ph type="ftr" sz="quarter" idx="15"/>
          </p:nvPr>
        </p:nvSpPr>
        <p:spPr/>
        <p:txBody>
          <a:bodyPr/>
          <a:lstStyle/>
          <a:p>
            <a:r>
              <a:rPr lang="en-GB"/>
              <a:t>Confidential</a:t>
            </a:r>
            <a:endParaRPr lang="en-GB" dirty="0"/>
          </a:p>
        </p:txBody>
      </p:sp>
    </p:spTree>
    <p:extLst>
      <p:ext uri="{BB962C8B-B14F-4D97-AF65-F5344CB8AC3E}">
        <p14:creationId xmlns:p14="http://schemas.microsoft.com/office/powerpoint/2010/main" val="111661236"/>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3771" userDrawn="1">
          <p15:clr>
            <a:srgbClr val="FF96FF"/>
          </p15:clr>
        </p15:guide>
        <p15:guide id="7" pos="3908" userDrawn="1">
          <p15:clr>
            <a:srgbClr val="FF96FF"/>
          </p15:clr>
        </p15:guide>
        <p15:guide id="8" pos="7226" userDrawn="1">
          <p15:clr>
            <a:srgbClr val="FF96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Image 2">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6" name="Content Placeholder 5">
            <a:extLst>
              <a:ext uri="{FF2B5EF4-FFF2-40B4-BE49-F238E27FC236}">
                <a16:creationId xmlns:a16="http://schemas.microsoft.com/office/drawing/2014/main" id="{976D9720-3D16-6124-026C-E5CA9D09E20E}"/>
              </a:ext>
            </a:extLst>
          </p:cNvPr>
          <p:cNvSpPr>
            <a:spLocks noGrp="1"/>
          </p:cNvSpPr>
          <p:nvPr>
            <p:ph sz="quarter" idx="12"/>
          </p:nvPr>
        </p:nvSpPr>
        <p:spPr>
          <a:xfrm>
            <a:off x="720000" y="1440000"/>
            <a:ext cx="5268000" cy="469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2" name="Title 1">
            <a:extLst>
              <a:ext uri="{FF2B5EF4-FFF2-40B4-BE49-F238E27FC236}">
                <a16:creationId xmlns:a16="http://schemas.microsoft.com/office/drawing/2014/main" id="{8CC06BDF-E43B-C490-6857-D8E0351398F8}"/>
              </a:ext>
            </a:extLst>
          </p:cNvPr>
          <p:cNvSpPr>
            <a:spLocks noGrp="1"/>
          </p:cNvSpPr>
          <p:nvPr>
            <p:ph type="title"/>
          </p:nvPr>
        </p:nvSpPr>
        <p:spPr>
          <a:xfrm>
            <a:off x="733331" y="88900"/>
            <a:ext cx="5253132" cy="965926"/>
          </a:xfrm>
        </p:spPr>
        <p:txBody>
          <a:bodyPr/>
          <a:lstStyle/>
          <a:p>
            <a:r>
              <a:rPr lang="en-US"/>
              <a:t>Click to edit Master title style</a:t>
            </a:r>
            <a:endParaRPr lang="en-GB"/>
          </a:p>
        </p:txBody>
      </p:sp>
      <p:sp>
        <p:nvSpPr>
          <p:cNvPr id="10" name="Picture Placeholder 10">
            <a:extLst>
              <a:ext uri="{FF2B5EF4-FFF2-40B4-BE49-F238E27FC236}">
                <a16:creationId xmlns:a16="http://schemas.microsoft.com/office/drawing/2014/main" id="{5BE9F7D8-D38E-E1E8-3453-5EF988036FCD}"/>
              </a:ext>
            </a:extLst>
          </p:cNvPr>
          <p:cNvSpPr>
            <a:spLocks noGrp="1"/>
          </p:cNvSpPr>
          <p:nvPr>
            <p:ph type="pic" sz="quarter" idx="13"/>
          </p:nvPr>
        </p:nvSpPr>
        <p:spPr>
          <a:xfrm>
            <a:off x="6203950" y="1123950"/>
            <a:ext cx="5988050" cy="5013325"/>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sp>
        <p:nvSpPr>
          <p:cNvPr id="5" name="Footer Placeholder 4">
            <a:extLst>
              <a:ext uri="{FF2B5EF4-FFF2-40B4-BE49-F238E27FC236}">
                <a16:creationId xmlns:a16="http://schemas.microsoft.com/office/drawing/2014/main" id="{D7CBF939-E9E4-91FD-2535-405CF53C0DD7}"/>
              </a:ext>
            </a:extLst>
          </p:cNvPr>
          <p:cNvSpPr>
            <a:spLocks noGrp="1"/>
          </p:cNvSpPr>
          <p:nvPr>
            <p:ph type="ftr" sz="quarter" idx="15"/>
          </p:nvPr>
        </p:nvSpPr>
        <p:spPr/>
        <p:txBody>
          <a:bodyPr/>
          <a:lstStyle/>
          <a:p>
            <a:r>
              <a:rPr lang="en-GB"/>
              <a:t>Confidential</a:t>
            </a:r>
            <a:endParaRPr lang="en-GB" dirty="0"/>
          </a:p>
        </p:txBody>
      </p:sp>
    </p:spTree>
    <p:extLst>
      <p:ext uri="{BB962C8B-B14F-4D97-AF65-F5344CB8AC3E}">
        <p14:creationId xmlns:p14="http://schemas.microsoft.com/office/powerpoint/2010/main" val="1201773226"/>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61" userDrawn="1">
          <p15:clr>
            <a:srgbClr val="FF96FF"/>
          </p15:clr>
        </p15:guide>
        <p15:guide id="6" pos="3771" userDrawn="1">
          <p15:clr>
            <a:srgbClr val="FF96FF"/>
          </p15:clr>
        </p15:guide>
        <p15:guide id="7" pos="3908" userDrawn="1">
          <p15:clr>
            <a:srgbClr val="FF96FF"/>
          </p15:clr>
        </p15:guide>
        <p15:guide id="8" pos="7226" userDrawn="1">
          <p15:clr>
            <a:srgbClr val="FF96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mp; Image: 1/3 - 2/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4" name="Text Placeholder 13">
            <a:extLst>
              <a:ext uri="{FF2B5EF4-FFF2-40B4-BE49-F238E27FC236}">
                <a16:creationId xmlns:a16="http://schemas.microsoft.com/office/drawing/2014/main" id="{69546373-2436-8098-95BE-7800CE09A2D5}"/>
              </a:ext>
            </a:extLst>
          </p:cNvPr>
          <p:cNvSpPr>
            <a:spLocks noGrp="1"/>
          </p:cNvSpPr>
          <p:nvPr>
            <p:ph type="body" sz="quarter" idx="19"/>
          </p:nvPr>
        </p:nvSpPr>
        <p:spPr>
          <a:xfrm>
            <a:off x="720001" y="1440000"/>
            <a:ext cx="3439250" cy="4697275"/>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5" name="Title 4">
            <a:extLst>
              <a:ext uri="{FF2B5EF4-FFF2-40B4-BE49-F238E27FC236}">
                <a16:creationId xmlns:a16="http://schemas.microsoft.com/office/drawing/2014/main" id="{77BCD46A-6FC0-B05A-D674-4C177EA23622}"/>
              </a:ext>
            </a:extLst>
          </p:cNvPr>
          <p:cNvSpPr>
            <a:spLocks noGrp="1"/>
          </p:cNvSpPr>
          <p:nvPr>
            <p:ph type="title"/>
          </p:nvPr>
        </p:nvSpPr>
        <p:spPr/>
        <p:txBody>
          <a:bodyPr/>
          <a:lstStyle/>
          <a:p>
            <a:r>
              <a:rPr lang="en-US"/>
              <a:t>Click to edit Master title style</a:t>
            </a:r>
            <a:endParaRPr lang="en-GB"/>
          </a:p>
        </p:txBody>
      </p:sp>
      <p:sp>
        <p:nvSpPr>
          <p:cNvPr id="8" name="Picture Placeholder 10">
            <a:extLst>
              <a:ext uri="{FF2B5EF4-FFF2-40B4-BE49-F238E27FC236}">
                <a16:creationId xmlns:a16="http://schemas.microsoft.com/office/drawing/2014/main" id="{7E9C7906-3F45-15D5-1706-F3307BD5FB83}"/>
              </a:ext>
            </a:extLst>
          </p:cNvPr>
          <p:cNvSpPr>
            <a:spLocks noGrp="1"/>
          </p:cNvSpPr>
          <p:nvPr>
            <p:ph type="pic" sz="quarter" idx="13"/>
          </p:nvPr>
        </p:nvSpPr>
        <p:spPr>
          <a:xfrm>
            <a:off x="4376000" y="1440000"/>
            <a:ext cx="7095999" cy="4697275"/>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sp>
        <p:nvSpPr>
          <p:cNvPr id="3" name="Footer Placeholder 2">
            <a:extLst>
              <a:ext uri="{FF2B5EF4-FFF2-40B4-BE49-F238E27FC236}">
                <a16:creationId xmlns:a16="http://schemas.microsoft.com/office/drawing/2014/main" id="{F0D2AFF0-0D5E-22A8-6BB7-7C3034E08575}"/>
              </a:ext>
            </a:extLst>
          </p:cNvPr>
          <p:cNvSpPr>
            <a:spLocks noGrp="1"/>
          </p:cNvSpPr>
          <p:nvPr>
            <p:ph type="ftr" sz="quarter" idx="21"/>
          </p:nvPr>
        </p:nvSpPr>
        <p:spPr/>
        <p:txBody>
          <a:bodyPr/>
          <a:lstStyle/>
          <a:p>
            <a:r>
              <a:rPr lang="en-GB"/>
              <a:t>Confidential</a:t>
            </a:r>
            <a:endParaRPr lang="en-GB" dirty="0"/>
          </a:p>
        </p:txBody>
      </p:sp>
    </p:spTree>
    <p:extLst>
      <p:ext uri="{BB962C8B-B14F-4D97-AF65-F5344CB8AC3E}">
        <p14:creationId xmlns:p14="http://schemas.microsoft.com/office/powerpoint/2010/main" val="283725991"/>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10" pos="7226" userDrawn="1">
          <p15:clr>
            <a:srgbClr val="FF96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mp; Image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a:xfrm>
            <a:off x="733331" y="88900"/>
            <a:ext cx="3425919" cy="965926"/>
          </a:xfrm>
        </p:spPr>
        <p:txBody>
          <a:bodyPr/>
          <a:lstStyle/>
          <a:p>
            <a:r>
              <a:rPr lang="en-US" dirty="0"/>
              <a:t>Click to edit Master title style</a:t>
            </a:r>
            <a:endParaRPr lang="en-GB" dirty="0"/>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4" name="Text Placeholder 13">
            <a:extLst>
              <a:ext uri="{FF2B5EF4-FFF2-40B4-BE49-F238E27FC236}">
                <a16:creationId xmlns:a16="http://schemas.microsoft.com/office/drawing/2014/main" id="{69546373-2436-8098-95BE-7800CE09A2D5}"/>
              </a:ext>
            </a:extLst>
          </p:cNvPr>
          <p:cNvSpPr>
            <a:spLocks noGrp="1"/>
          </p:cNvSpPr>
          <p:nvPr>
            <p:ph type="body" sz="quarter" idx="19"/>
          </p:nvPr>
        </p:nvSpPr>
        <p:spPr>
          <a:xfrm>
            <a:off x="720001" y="1440000"/>
            <a:ext cx="3439250" cy="4697275"/>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5" name="Picture Placeholder 10">
            <a:extLst>
              <a:ext uri="{FF2B5EF4-FFF2-40B4-BE49-F238E27FC236}">
                <a16:creationId xmlns:a16="http://schemas.microsoft.com/office/drawing/2014/main" id="{506D3989-8D66-8AD5-67EB-12B44994F5EA}"/>
              </a:ext>
            </a:extLst>
          </p:cNvPr>
          <p:cNvSpPr>
            <a:spLocks noGrp="1"/>
          </p:cNvSpPr>
          <p:nvPr>
            <p:ph type="pic" sz="quarter" idx="13"/>
          </p:nvPr>
        </p:nvSpPr>
        <p:spPr>
          <a:xfrm>
            <a:off x="4375150" y="0"/>
            <a:ext cx="7816850" cy="6137275"/>
          </a:xfrm>
          <a:solidFill>
            <a:schemeClr val="bg1">
              <a:lumMod val="85000"/>
            </a:schemeClr>
          </a:solidFill>
        </p:spPr>
        <p:txBody>
          <a:bodyPr bIns="1440000" anchor="ctr" anchorCtr="0">
            <a:normAutofit/>
          </a:bodyPr>
          <a:lstStyle>
            <a:lvl1pPr algn="ctr">
              <a:defRPr sz="2400">
                <a:solidFill>
                  <a:schemeClr val="accent1"/>
                </a:solidFill>
              </a:defRPr>
            </a:lvl1pPr>
          </a:lstStyle>
          <a:p>
            <a:endParaRPr lang="en-GB" dirty="0"/>
          </a:p>
        </p:txBody>
      </p:sp>
      <p:sp>
        <p:nvSpPr>
          <p:cNvPr id="6" name="Footer Placeholder 5">
            <a:extLst>
              <a:ext uri="{FF2B5EF4-FFF2-40B4-BE49-F238E27FC236}">
                <a16:creationId xmlns:a16="http://schemas.microsoft.com/office/drawing/2014/main" id="{60078FBB-BF9E-9BC1-39F2-505830796FD1}"/>
              </a:ext>
            </a:extLst>
          </p:cNvPr>
          <p:cNvSpPr>
            <a:spLocks noGrp="1"/>
          </p:cNvSpPr>
          <p:nvPr>
            <p:ph type="ftr" sz="quarter" idx="21"/>
          </p:nvPr>
        </p:nvSpPr>
        <p:spPr/>
        <p:txBody>
          <a:bodyPr/>
          <a:lstStyle/>
          <a:p>
            <a:r>
              <a:rPr lang="en-GB"/>
              <a:t>Confidential</a:t>
            </a:r>
            <a:endParaRPr lang="en-GB" dirty="0"/>
          </a:p>
        </p:txBody>
      </p:sp>
    </p:spTree>
    <p:extLst>
      <p:ext uri="{BB962C8B-B14F-4D97-AF65-F5344CB8AC3E}">
        <p14:creationId xmlns:p14="http://schemas.microsoft.com/office/powerpoint/2010/main" val="2573657962"/>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ase Study 1">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897B5BF-5536-44F7-3980-FA564EA15CD2}"/>
              </a:ext>
            </a:extLst>
          </p:cNvPr>
          <p:cNvSpPr/>
          <p:nvPr userDrawn="1"/>
        </p:nvSpPr>
        <p:spPr>
          <a:xfrm>
            <a:off x="7739136" y="0"/>
            <a:ext cx="4452864" cy="41510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18" name="Picture Placeholder 17">
            <a:extLst>
              <a:ext uri="{FF2B5EF4-FFF2-40B4-BE49-F238E27FC236}">
                <a16:creationId xmlns:a16="http://schemas.microsoft.com/office/drawing/2014/main" id="{DD96B3BC-C9FD-5B48-E26D-470F2D0016B9}"/>
              </a:ext>
            </a:extLst>
          </p:cNvPr>
          <p:cNvSpPr>
            <a:spLocks noGrp="1"/>
          </p:cNvSpPr>
          <p:nvPr>
            <p:ph type="pic" sz="quarter" idx="13"/>
          </p:nvPr>
        </p:nvSpPr>
        <p:spPr>
          <a:xfrm>
            <a:off x="0" y="0"/>
            <a:ext cx="12192000" cy="6137275"/>
          </a:xfrm>
          <a:custGeom>
            <a:avLst/>
            <a:gdLst>
              <a:gd name="connsiteX0" fmla="*/ 8908909 w 12192000"/>
              <a:gd name="connsiteY0" fmla="*/ 447517 h 6137275"/>
              <a:gd name="connsiteX1" fmla="*/ 8908909 w 12192000"/>
              <a:gd name="connsiteY1" fmla="*/ 3777517 h 6137275"/>
              <a:gd name="connsiteX2" fmla="*/ 11752909 w 12192000"/>
              <a:gd name="connsiteY2" fmla="*/ 3777517 h 6137275"/>
              <a:gd name="connsiteX3" fmla="*/ 11752909 w 12192000"/>
              <a:gd name="connsiteY3" fmla="*/ 447517 h 6137275"/>
              <a:gd name="connsiteX4" fmla="*/ 0 w 12192000"/>
              <a:gd name="connsiteY4" fmla="*/ 0 h 6137275"/>
              <a:gd name="connsiteX5" fmla="*/ 12192000 w 12192000"/>
              <a:gd name="connsiteY5" fmla="*/ 0 h 6137275"/>
              <a:gd name="connsiteX6" fmla="*/ 12192000 w 12192000"/>
              <a:gd name="connsiteY6" fmla="*/ 6137275 h 6137275"/>
              <a:gd name="connsiteX7" fmla="*/ 0 w 12192000"/>
              <a:gd name="connsiteY7" fmla="*/ 6137275 h 613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37275">
                <a:moveTo>
                  <a:pt x="8908909" y="447517"/>
                </a:moveTo>
                <a:lnTo>
                  <a:pt x="8908909" y="3777517"/>
                </a:lnTo>
                <a:lnTo>
                  <a:pt x="11752909" y="3777517"/>
                </a:lnTo>
                <a:lnTo>
                  <a:pt x="11752909" y="447517"/>
                </a:lnTo>
                <a:close/>
                <a:moveTo>
                  <a:pt x="0" y="0"/>
                </a:moveTo>
                <a:lnTo>
                  <a:pt x="12192000" y="0"/>
                </a:lnTo>
                <a:lnTo>
                  <a:pt x="12192000" y="6137275"/>
                </a:lnTo>
                <a:lnTo>
                  <a:pt x="0" y="6137275"/>
                </a:lnTo>
                <a:close/>
              </a:path>
            </a:pathLst>
          </a:custGeom>
          <a:solidFill>
            <a:schemeClr val="bg1">
              <a:lumMod val="85000"/>
            </a:schemeClr>
          </a:solidFill>
        </p:spPr>
        <p:txBody>
          <a:bodyPr wrap="square" bIns="720000" anchor="ctr" anchorCtr="0">
            <a:noAutofit/>
          </a:bodyPr>
          <a:lstStyle>
            <a:lvl1pPr algn="ctr">
              <a:defRPr lang="en-GB" sz="2400" dirty="0"/>
            </a:lvl1pPr>
          </a:lstStyle>
          <a:p>
            <a:endParaRPr lang="en-GB" dirty="0"/>
          </a:p>
        </p:txBody>
      </p:sp>
      <p:sp>
        <p:nvSpPr>
          <p:cNvPr id="2" name="Guides" hidden="1">
            <a:extLst>
              <a:ext uri="{FF2B5EF4-FFF2-40B4-BE49-F238E27FC236}">
                <a16:creationId xmlns:a16="http://schemas.microsoft.com/office/drawing/2014/main" id="{E83778B8-A08E-CC68-D93C-6452407FE68A}"/>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3" name="Text Placeholder 8">
            <a:extLst>
              <a:ext uri="{FF2B5EF4-FFF2-40B4-BE49-F238E27FC236}">
                <a16:creationId xmlns:a16="http://schemas.microsoft.com/office/drawing/2014/main" id="{4D220A50-0D72-E5BB-D105-E5BEFF3A4FB5}"/>
              </a:ext>
            </a:extLst>
          </p:cNvPr>
          <p:cNvSpPr>
            <a:spLocks noGrp="1"/>
          </p:cNvSpPr>
          <p:nvPr>
            <p:ph type="body" sz="quarter" idx="17"/>
          </p:nvPr>
        </p:nvSpPr>
        <p:spPr>
          <a:xfrm>
            <a:off x="719137" y="750989"/>
            <a:ext cx="7760115" cy="303111"/>
          </a:xfrm>
        </p:spPr>
        <p:txBody>
          <a:bodyPr>
            <a:noAutofit/>
          </a:bodyPr>
          <a:lstStyle>
            <a:lvl1pPr marL="0" indent="0">
              <a:buFont typeface="Arial" panose="020B0604020202020204" pitchFamily="34" charset="0"/>
              <a:buNone/>
              <a:defRPr sz="1800" b="0">
                <a:solidFill>
                  <a:schemeClr val="accent2"/>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17" name="Title 1">
            <a:extLst>
              <a:ext uri="{FF2B5EF4-FFF2-40B4-BE49-F238E27FC236}">
                <a16:creationId xmlns:a16="http://schemas.microsoft.com/office/drawing/2014/main" id="{8E52D5C3-982C-9D8B-F37B-2E065DB39E2F}"/>
              </a:ext>
            </a:extLst>
          </p:cNvPr>
          <p:cNvSpPr>
            <a:spLocks noGrp="1"/>
          </p:cNvSpPr>
          <p:nvPr>
            <p:ph type="title"/>
          </p:nvPr>
        </p:nvSpPr>
        <p:spPr>
          <a:xfrm>
            <a:off x="719138" y="43634"/>
            <a:ext cx="7750680" cy="712715"/>
          </a:xfrm>
        </p:spPr>
        <p:txBody>
          <a:bodyPr anchor="b">
            <a:noAutofit/>
          </a:bodyPr>
          <a:lstStyle>
            <a:lvl1pPr>
              <a:defRPr sz="2800"/>
            </a:lvl1pPr>
          </a:lstStyle>
          <a:p>
            <a:r>
              <a:rPr lang="en-US" dirty="0"/>
              <a:t>Click to edit Master title</a:t>
            </a:r>
            <a:endParaRPr lang="en-GB" dirty="0"/>
          </a:p>
        </p:txBody>
      </p:sp>
      <p:sp>
        <p:nvSpPr>
          <p:cNvPr id="15" name="Slide Number Placeholder 14">
            <a:extLst>
              <a:ext uri="{FF2B5EF4-FFF2-40B4-BE49-F238E27FC236}">
                <a16:creationId xmlns:a16="http://schemas.microsoft.com/office/drawing/2014/main" id="{CFB5A380-1B6D-4E5D-FBCC-BBCAD124AAE7}"/>
              </a:ext>
            </a:extLst>
          </p:cNvPr>
          <p:cNvSpPr>
            <a:spLocks noGrp="1"/>
          </p:cNvSpPr>
          <p:nvPr>
            <p:ph type="sldNum" sz="quarter" idx="45"/>
          </p:nvPr>
        </p:nvSpPr>
        <p:spPr/>
        <p:txBody>
          <a:bodyPr/>
          <a:lstStyle/>
          <a:p>
            <a:fld id="{75A6CFFB-7194-4088-A46E-B1739916A60C}" type="slidenum">
              <a:rPr lang="en-GB" smtClean="0"/>
              <a:pPr/>
              <a:t>‹#›</a:t>
            </a:fld>
            <a:endParaRPr lang="en-GB" dirty="0"/>
          </a:p>
        </p:txBody>
      </p:sp>
      <p:sp>
        <p:nvSpPr>
          <p:cNvPr id="5" name="Text Placeholder 11">
            <a:extLst>
              <a:ext uri="{FF2B5EF4-FFF2-40B4-BE49-F238E27FC236}">
                <a16:creationId xmlns:a16="http://schemas.microsoft.com/office/drawing/2014/main" id="{5C47B3BD-4203-D240-5359-984FDDE741E6}"/>
              </a:ext>
            </a:extLst>
          </p:cNvPr>
          <p:cNvSpPr>
            <a:spLocks noGrp="1"/>
          </p:cNvSpPr>
          <p:nvPr>
            <p:ph type="body" sz="quarter" idx="30"/>
          </p:nvPr>
        </p:nvSpPr>
        <p:spPr>
          <a:xfrm>
            <a:off x="9082640" y="1399088"/>
            <a:ext cx="2388635" cy="214563"/>
          </a:xfrm>
          <a:prstGeom prst="rect">
            <a:avLst/>
          </a:prstGeom>
          <a:noFill/>
        </p:spPr>
        <p:txBody>
          <a:bodyPr lIns="0" tIns="0" rIns="0" bIns="0" anchor="t" anchorCtr="0"/>
          <a:lstStyle>
            <a:lvl1pPr marL="0" indent="0">
              <a:lnSpc>
                <a:spcPct val="105000"/>
              </a:lnSpc>
              <a:spcBef>
                <a:spcPts val="0"/>
              </a:spcBef>
              <a:spcAft>
                <a:spcPts val="0"/>
              </a:spcAft>
              <a:buFont typeface="Arial" panose="020B0604020202020204" pitchFamily="34" charset="0"/>
              <a:buNone/>
              <a:defRPr sz="1200" b="0">
                <a:solidFill>
                  <a:schemeClr val="bg1"/>
                </a:solidFill>
                <a:latin typeface="+mn-lt"/>
              </a:defRPr>
            </a:lvl1pPr>
            <a:lvl2pPr marL="0" indent="0">
              <a:lnSpc>
                <a:spcPct val="105000"/>
              </a:lnSpc>
              <a:spcBef>
                <a:spcPts val="0"/>
              </a:spcBef>
              <a:spcAft>
                <a:spcPts val="0"/>
              </a:spcAft>
              <a:buFont typeface="Arial" panose="020B0604020202020204" pitchFamily="34" charset="0"/>
              <a:buNone/>
              <a:defRPr sz="1050" b="0">
                <a:solidFill>
                  <a:schemeClr val="bg1"/>
                </a:solidFill>
                <a:latin typeface="+mn-lt"/>
              </a:defRPr>
            </a:lvl2pPr>
            <a:lvl3pPr marL="0" indent="0">
              <a:lnSpc>
                <a:spcPct val="105000"/>
              </a:lnSpc>
              <a:spcBef>
                <a:spcPts val="0"/>
              </a:spcBef>
              <a:spcAft>
                <a:spcPts val="0"/>
              </a:spcAft>
              <a:buClr>
                <a:schemeClr val="accent2"/>
              </a:buClr>
              <a:buSzPct val="80000"/>
              <a:buFont typeface="Wingdings" panose="05000000000000000000" pitchFamily="2" charset="2"/>
              <a:buNone/>
              <a:defRPr sz="1050" b="0">
                <a:solidFill>
                  <a:schemeClr val="bg1"/>
                </a:solidFill>
                <a:latin typeface="+mn-lt"/>
              </a:defRPr>
            </a:lvl3pPr>
            <a:lvl4pPr marL="0" indent="0">
              <a:lnSpc>
                <a:spcPct val="105000"/>
              </a:lnSpc>
              <a:spcBef>
                <a:spcPts val="0"/>
              </a:spcBef>
              <a:spcAft>
                <a:spcPts val="0"/>
              </a:spcAft>
              <a:buFont typeface="Arial" panose="020B0604020202020204" pitchFamily="34" charset="0"/>
              <a:buNone/>
              <a:defRPr sz="1050" b="0">
                <a:solidFill>
                  <a:schemeClr val="bg1"/>
                </a:solidFill>
              </a:defRPr>
            </a:lvl4pPr>
            <a:lvl5pPr marL="0" indent="0">
              <a:lnSpc>
                <a:spcPct val="105000"/>
              </a:lnSpc>
              <a:spcBef>
                <a:spcPts val="0"/>
              </a:spcBef>
              <a:spcAft>
                <a:spcPts val="0"/>
              </a:spcAft>
              <a:buFont typeface="Arial" panose="020B0604020202020204" pitchFamily="34" charset="0"/>
              <a:buNone/>
              <a:defRPr sz="1050" b="0">
                <a:solidFill>
                  <a:schemeClr val="bg1"/>
                </a:solidFill>
                <a:latin typeface="+mn-lt"/>
              </a:defRPr>
            </a:lvl5pPr>
            <a:lvl6pPr marL="0" indent="0">
              <a:lnSpc>
                <a:spcPct val="105000"/>
              </a:lnSpc>
              <a:spcBef>
                <a:spcPts val="0"/>
              </a:spcBef>
              <a:spcAft>
                <a:spcPts val="0"/>
              </a:spcAft>
              <a:buFont typeface="Arial" panose="020B0604020202020204" pitchFamily="34" charset="0"/>
              <a:buNone/>
              <a:defRPr sz="1050" b="0">
                <a:solidFill>
                  <a:schemeClr val="bg1"/>
                </a:solidFill>
                <a:latin typeface="+mn-lt"/>
              </a:defRPr>
            </a:lvl6pPr>
            <a:lvl7pPr marL="0" indent="0">
              <a:lnSpc>
                <a:spcPct val="105000"/>
              </a:lnSpc>
              <a:spcBef>
                <a:spcPts val="0"/>
              </a:spcBef>
              <a:spcAft>
                <a:spcPts val="0"/>
              </a:spcAft>
              <a:buFont typeface="Arial" panose="020B0604020202020204" pitchFamily="34" charset="0"/>
              <a:buNone/>
              <a:defRPr sz="1050" b="0">
                <a:solidFill>
                  <a:schemeClr val="bg1"/>
                </a:solidFill>
                <a:latin typeface="+mn-lt"/>
              </a:defRPr>
            </a:lvl7pPr>
            <a:lvl8pPr marL="0" indent="0">
              <a:lnSpc>
                <a:spcPct val="105000"/>
              </a:lnSpc>
              <a:spcBef>
                <a:spcPts val="0"/>
              </a:spcBef>
              <a:spcAft>
                <a:spcPts val="0"/>
              </a:spcAft>
              <a:buFont typeface="Arial" panose="020B0604020202020204" pitchFamily="34" charset="0"/>
              <a:buNone/>
              <a:defRPr sz="1050" b="0">
                <a:solidFill>
                  <a:schemeClr val="bg1"/>
                </a:solidFill>
                <a:latin typeface="+mn-lt"/>
              </a:defRPr>
            </a:lvl8pPr>
            <a:lvl9pPr marL="0" indent="0">
              <a:lnSpc>
                <a:spcPct val="105000"/>
              </a:lnSpc>
              <a:spcBef>
                <a:spcPts val="0"/>
              </a:spcBef>
              <a:spcAft>
                <a:spcPts val="0"/>
              </a:spcAft>
              <a:buFont typeface="Arial" panose="020B0604020202020204" pitchFamily="34" charset="0"/>
              <a:buNone/>
              <a:defRPr sz="1050" b="0">
                <a:solidFill>
                  <a:schemeClr val="bg1"/>
                </a:solidFill>
                <a:latin typeface="+mn-lt"/>
              </a:defRPr>
            </a:lvl9pPr>
          </a:lstStyle>
          <a:p>
            <a:pPr lvl="0"/>
            <a:r>
              <a:rPr lang="en-US" dirty="0"/>
              <a:t>Click to edit Master text styles</a:t>
            </a:r>
          </a:p>
        </p:txBody>
      </p:sp>
      <p:sp>
        <p:nvSpPr>
          <p:cNvPr id="6" name="TextBox 5">
            <a:extLst>
              <a:ext uri="{FF2B5EF4-FFF2-40B4-BE49-F238E27FC236}">
                <a16:creationId xmlns:a16="http://schemas.microsoft.com/office/drawing/2014/main" id="{DA2FD5C3-B07E-9E70-56C4-FB3C31FC6810}"/>
              </a:ext>
            </a:extLst>
          </p:cNvPr>
          <p:cNvSpPr txBox="1"/>
          <p:nvPr userDrawn="1"/>
        </p:nvSpPr>
        <p:spPr>
          <a:xfrm>
            <a:off x="9082640" y="1117305"/>
            <a:ext cx="2388635" cy="281783"/>
          </a:xfrm>
          <a:prstGeom prst="rect">
            <a:avLst/>
          </a:prstGeom>
          <a:noFill/>
        </p:spPr>
        <p:txBody>
          <a:bodyPr wrap="square" lIns="0" tIns="0" rIns="0" bIns="0" rtlCol="0">
            <a:noAutofit/>
          </a:bodyPr>
          <a:lstStyle/>
          <a:p>
            <a:pPr algn="l"/>
            <a:r>
              <a:rPr lang="en-GB" sz="1600" b="1" dirty="0">
                <a:solidFill>
                  <a:schemeClr val="accent2"/>
                </a:solidFill>
                <a:latin typeface="+mj-lt"/>
              </a:rPr>
              <a:t>Value</a:t>
            </a:r>
          </a:p>
        </p:txBody>
      </p:sp>
      <p:sp>
        <p:nvSpPr>
          <p:cNvPr id="7" name="TextBox 6">
            <a:extLst>
              <a:ext uri="{FF2B5EF4-FFF2-40B4-BE49-F238E27FC236}">
                <a16:creationId xmlns:a16="http://schemas.microsoft.com/office/drawing/2014/main" id="{0ADBE064-0641-B241-E23E-F2054A70F043}"/>
              </a:ext>
            </a:extLst>
          </p:cNvPr>
          <p:cNvSpPr txBox="1"/>
          <p:nvPr userDrawn="1"/>
        </p:nvSpPr>
        <p:spPr>
          <a:xfrm>
            <a:off x="9082640" y="1702023"/>
            <a:ext cx="2388635" cy="281783"/>
          </a:xfrm>
          <a:prstGeom prst="rect">
            <a:avLst/>
          </a:prstGeom>
          <a:noFill/>
        </p:spPr>
        <p:txBody>
          <a:bodyPr wrap="square" lIns="0" tIns="0" rIns="0" bIns="0" rtlCol="0">
            <a:noAutofit/>
          </a:bodyPr>
          <a:lstStyle/>
          <a:p>
            <a:pPr algn="l"/>
            <a:r>
              <a:rPr lang="en-GB" sz="1600" b="1" dirty="0">
                <a:solidFill>
                  <a:schemeClr val="accent2"/>
                </a:solidFill>
                <a:latin typeface="+mj-lt"/>
              </a:rPr>
              <a:t>Project duration</a:t>
            </a:r>
          </a:p>
        </p:txBody>
      </p:sp>
      <p:sp>
        <p:nvSpPr>
          <p:cNvPr id="8" name="TextBox 7">
            <a:extLst>
              <a:ext uri="{FF2B5EF4-FFF2-40B4-BE49-F238E27FC236}">
                <a16:creationId xmlns:a16="http://schemas.microsoft.com/office/drawing/2014/main" id="{94EF7191-6D58-7D66-8515-32CDB4925C8E}"/>
              </a:ext>
            </a:extLst>
          </p:cNvPr>
          <p:cNvSpPr txBox="1"/>
          <p:nvPr userDrawn="1"/>
        </p:nvSpPr>
        <p:spPr>
          <a:xfrm>
            <a:off x="9082640" y="2285819"/>
            <a:ext cx="2388633" cy="292823"/>
          </a:xfrm>
          <a:prstGeom prst="rect">
            <a:avLst/>
          </a:prstGeom>
          <a:noFill/>
        </p:spPr>
        <p:txBody>
          <a:bodyPr wrap="square" lIns="0" tIns="0" rIns="0" bIns="0" rtlCol="0">
            <a:noAutofit/>
          </a:bodyPr>
          <a:lstStyle/>
          <a:p>
            <a:pPr algn="l"/>
            <a:r>
              <a:rPr lang="en-GB" sz="1300" b="1" dirty="0">
                <a:solidFill>
                  <a:schemeClr val="accent2"/>
                </a:solidFill>
                <a:latin typeface="+mj-lt"/>
              </a:rPr>
              <a:t>Role on project</a:t>
            </a:r>
          </a:p>
        </p:txBody>
      </p:sp>
      <p:sp>
        <p:nvSpPr>
          <p:cNvPr id="14" name="Text Placeholder 11">
            <a:extLst>
              <a:ext uri="{FF2B5EF4-FFF2-40B4-BE49-F238E27FC236}">
                <a16:creationId xmlns:a16="http://schemas.microsoft.com/office/drawing/2014/main" id="{8B11EBC4-528A-5A47-C10A-6CCC05505CC9}"/>
              </a:ext>
            </a:extLst>
          </p:cNvPr>
          <p:cNvSpPr>
            <a:spLocks noGrp="1"/>
          </p:cNvSpPr>
          <p:nvPr>
            <p:ph type="body" sz="quarter" idx="68"/>
          </p:nvPr>
        </p:nvSpPr>
        <p:spPr>
          <a:xfrm>
            <a:off x="9082640" y="2534715"/>
            <a:ext cx="2388633" cy="1057162"/>
          </a:xfrm>
          <a:prstGeom prst="rect">
            <a:avLst/>
          </a:prstGeom>
          <a:noFill/>
        </p:spPr>
        <p:txBody>
          <a:bodyPr lIns="0" tIns="0" rIns="0" bIns="0" anchor="t" anchorCtr="0"/>
          <a:lstStyle>
            <a:lvl1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1pPr>
            <a:lvl2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2pPr>
            <a:lvl3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3pPr>
            <a:lvl4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4pPr>
            <a:lvl5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5pPr>
            <a:lvl6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6pPr>
            <a:lvl7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7pPr>
            <a:lvl8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8pPr>
            <a:lvl9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1">
            <a:extLst>
              <a:ext uri="{FF2B5EF4-FFF2-40B4-BE49-F238E27FC236}">
                <a16:creationId xmlns:a16="http://schemas.microsoft.com/office/drawing/2014/main" id="{10F7CDEE-2E87-B24D-84D7-DD62F2F54097}"/>
              </a:ext>
            </a:extLst>
          </p:cNvPr>
          <p:cNvSpPr>
            <a:spLocks noGrp="1"/>
          </p:cNvSpPr>
          <p:nvPr>
            <p:ph type="body" sz="quarter" idx="70"/>
          </p:nvPr>
        </p:nvSpPr>
        <p:spPr>
          <a:xfrm>
            <a:off x="9082640" y="1983806"/>
            <a:ext cx="2388635" cy="214563"/>
          </a:xfrm>
          <a:prstGeom prst="rect">
            <a:avLst/>
          </a:prstGeom>
          <a:noFill/>
        </p:spPr>
        <p:txBody>
          <a:bodyPr lIns="0" tIns="0" rIns="0" bIns="0" anchor="t" anchorCtr="0"/>
          <a:lstStyle>
            <a:lvl1pPr marL="0" indent="0">
              <a:lnSpc>
                <a:spcPct val="105000"/>
              </a:lnSpc>
              <a:spcBef>
                <a:spcPts val="0"/>
              </a:spcBef>
              <a:spcAft>
                <a:spcPts val="0"/>
              </a:spcAft>
              <a:buFont typeface="Arial" panose="020B0604020202020204" pitchFamily="34" charset="0"/>
              <a:buNone/>
              <a:defRPr sz="1200" b="0">
                <a:solidFill>
                  <a:schemeClr val="bg1"/>
                </a:solidFill>
                <a:latin typeface="+mn-lt"/>
              </a:defRPr>
            </a:lvl1pPr>
            <a:lvl2pPr marL="0" indent="0">
              <a:lnSpc>
                <a:spcPct val="105000"/>
              </a:lnSpc>
              <a:spcBef>
                <a:spcPts val="0"/>
              </a:spcBef>
              <a:spcAft>
                <a:spcPts val="0"/>
              </a:spcAft>
              <a:buFont typeface="Arial" panose="020B0604020202020204" pitchFamily="34" charset="0"/>
              <a:buNone/>
              <a:defRPr sz="1050" b="0">
                <a:solidFill>
                  <a:schemeClr val="bg1"/>
                </a:solidFill>
                <a:latin typeface="+mn-lt"/>
              </a:defRPr>
            </a:lvl2pPr>
            <a:lvl3pPr marL="0" indent="0">
              <a:lnSpc>
                <a:spcPct val="105000"/>
              </a:lnSpc>
              <a:spcBef>
                <a:spcPts val="0"/>
              </a:spcBef>
              <a:spcAft>
                <a:spcPts val="0"/>
              </a:spcAft>
              <a:buClr>
                <a:schemeClr val="accent2"/>
              </a:buClr>
              <a:buSzPct val="80000"/>
              <a:buFont typeface="Wingdings" panose="05000000000000000000" pitchFamily="2" charset="2"/>
              <a:buNone/>
              <a:defRPr sz="1050" b="0">
                <a:solidFill>
                  <a:schemeClr val="bg1"/>
                </a:solidFill>
                <a:latin typeface="+mn-lt"/>
              </a:defRPr>
            </a:lvl3pPr>
            <a:lvl4pPr marL="0" indent="0">
              <a:lnSpc>
                <a:spcPct val="105000"/>
              </a:lnSpc>
              <a:spcBef>
                <a:spcPts val="0"/>
              </a:spcBef>
              <a:spcAft>
                <a:spcPts val="0"/>
              </a:spcAft>
              <a:buFont typeface="Arial" panose="020B0604020202020204" pitchFamily="34" charset="0"/>
              <a:buNone/>
              <a:defRPr sz="1050" b="0">
                <a:solidFill>
                  <a:schemeClr val="bg1"/>
                </a:solidFill>
              </a:defRPr>
            </a:lvl4pPr>
            <a:lvl5pPr marL="0" indent="0">
              <a:lnSpc>
                <a:spcPct val="105000"/>
              </a:lnSpc>
              <a:spcBef>
                <a:spcPts val="0"/>
              </a:spcBef>
              <a:spcAft>
                <a:spcPts val="0"/>
              </a:spcAft>
              <a:buFont typeface="Arial" panose="020B0604020202020204" pitchFamily="34" charset="0"/>
              <a:buNone/>
              <a:defRPr sz="1050" b="0">
                <a:solidFill>
                  <a:schemeClr val="bg1"/>
                </a:solidFill>
                <a:latin typeface="+mn-lt"/>
              </a:defRPr>
            </a:lvl5pPr>
            <a:lvl6pPr marL="0" indent="0">
              <a:lnSpc>
                <a:spcPct val="105000"/>
              </a:lnSpc>
              <a:spcBef>
                <a:spcPts val="0"/>
              </a:spcBef>
              <a:spcAft>
                <a:spcPts val="0"/>
              </a:spcAft>
              <a:buFont typeface="Arial" panose="020B0604020202020204" pitchFamily="34" charset="0"/>
              <a:buNone/>
              <a:defRPr sz="1050" b="0">
                <a:solidFill>
                  <a:schemeClr val="bg1"/>
                </a:solidFill>
                <a:latin typeface="+mn-lt"/>
              </a:defRPr>
            </a:lvl6pPr>
            <a:lvl7pPr marL="0" indent="0">
              <a:lnSpc>
                <a:spcPct val="105000"/>
              </a:lnSpc>
              <a:spcBef>
                <a:spcPts val="0"/>
              </a:spcBef>
              <a:spcAft>
                <a:spcPts val="0"/>
              </a:spcAft>
              <a:buFont typeface="Arial" panose="020B0604020202020204" pitchFamily="34" charset="0"/>
              <a:buNone/>
              <a:defRPr sz="1050" b="0">
                <a:solidFill>
                  <a:schemeClr val="bg1"/>
                </a:solidFill>
                <a:latin typeface="+mn-lt"/>
              </a:defRPr>
            </a:lvl7pPr>
            <a:lvl8pPr marL="0" indent="0">
              <a:lnSpc>
                <a:spcPct val="105000"/>
              </a:lnSpc>
              <a:spcBef>
                <a:spcPts val="0"/>
              </a:spcBef>
              <a:spcAft>
                <a:spcPts val="0"/>
              </a:spcAft>
              <a:buFont typeface="Arial" panose="020B0604020202020204" pitchFamily="34" charset="0"/>
              <a:buNone/>
              <a:defRPr sz="1050" b="0">
                <a:solidFill>
                  <a:schemeClr val="bg1"/>
                </a:solidFill>
                <a:latin typeface="+mn-lt"/>
              </a:defRPr>
            </a:lvl8pPr>
            <a:lvl9pPr marL="0" indent="0">
              <a:lnSpc>
                <a:spcPct val="105000"/>
              </a:lnSpc>
              <a:spcBef>
                <a:spcPts val="0"/>
              </a:spcBef>
              <a:spcAft>
                <a:spcPts val="0"/>
              </a:spcAft>
              <a:buFont typeface="Arial" panose="020B0604020202020204" pitchFamily="34" charset="0"/>
              <a:buNone/>
              <a:defRPr sz="1050" b="0">
                <a:solidFill>
                  <a:schemeClr val="bg1"/>
                </a:solidFill>
                <a:latin typeface="+mn-lt"/>
              </a:defRPr>
            </a:lvl9pPr>
          </a:lstStyle>
          <a:p>
            <a:pPr lvl="0"/>
            <a:r>
              <a:rPr lang="en-US" dirty="0"/>
              <a:t>Click to edit Master text styles</a:t>
            </a:r>
          </a:p>
        </p:txBody>
      </p:sp>
      <p:sp>
        <p:nvSpPr>
          <p:cNvPr id="3" name="Rectangle 2">
            <a:extLst>
              <a:ext uri="{FF2B5EF4-FFF2-40B4-BE49-F238E27FC236}">
                <a16:creationId xmlns:a16="http://schemas.microsoft.com/office/drawing/2014/main" id="{F87937DB-FAA1-EED8-7308-EFADA5452533}"/>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67"/>
                </a:solidFill>
              </a:rPr>
              <a:t>|</a:t>
            </a:r>
          </a:p>
        </p:txBody>
      </p:sp>
      <p:sp>
        <p:nvSpPr>
          <p:cNvPr id="4" name="Name_Title" descr="{&quot;templafy&quot;:{&quot;id&quot;:&quot;48a462e4-753c-4774-b9e3-e1e26e1d56af&quot;}}">
            <a:extLst>
              <a:ext uri="{FF2B5EF4-FFF2-40B4-BE49-F238E27FC236}">
                <a16:creationId xmlns:a16="http://schemas.microsoft.com/office/drawing/2014/main" id="{B4A3A186-4F05-42D2-8AC5-088AD00412A5}"/>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71"/>
                </a:solidFill>
              </a:rPr>
              <a:t>Turner &amp; Townsend</a:t>
            </a:r>
          </a:p>
        </p:txBody>
      </p:sp>
      <p:sp>
        <p:nvSpPr>
          <p:cNvPr id="10" name="Footer Placeholder 9">
            <a:extLst>
              <a:ext uri="{FF2B5EF4-FFF2-40B4-BE49-F238E27FC236}">
                <a16:creationId xmlns:a16="http://schemas.microsoft.com/office/drawing/2014/main" id="{C2E4EEF3-EE55-9766-C201-9F3C1945F078}"/>
              </a:ext>
            </a:extLst>
          </p:cNvPr>
          <p:cNvSpPr>
            <a:spLocks noGrp="1"/>
          </p:cNvSpPr>
          <p:nvPr>
            <p:ph type="ftr" sz="quarter" idx="72"/>
          </p:nvPr>
        </p:nvSpPr>
        <p:spPr/>
        <p:txBody>
          <a:bodyPr/>
          <a:lstStyle/>
          <a:p>
            <a:r>
              <a:rPr lang="en-GB"/>
              <a:t>Confidential</a:t>
            </a:r>
            <a:endParaRPr lang="en-GB" dirty="0"/>
          </a:p>
        </p:txBody>
      </p:sp>
    </p:spTree>
    <p:extLst>
      <p:ext uri="{BB962C8B-B14F-4D97-AF65-F5344CB8AC3E}">
        <p14:creationId xmlns:p14="http://schemas.microsoft.com/office/powerpoint/2010/main" val="3412375769"/>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1" userDrawn="1">
          <p15:clr>
            <a:srgbClr val="FF96FF"/>
          </p15:clr>
        </p15:guide>
        <p15:guide id="5" pos="453" userDrawn="1">
          <p15:clr>
            <a:srgbClr val="FF96FF"/>
          </p15:clr>
        </p15:guide>
        <p15:guide id="6" pos="7226" userDrawn="1">
          <p15:clr>
            <a:srgbClr val="FF96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ase Study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1D6C391-1357-1725-DE6C-BBCF9754769D}"/>
              </a:ext>
            </a:extLst>
          </p:cNvPr>
          <p:cNvSpPr/>
          <p:nvPr userDrawn="1"/>
        </p:nvSpPr>
        <p:spPr>
          <a:xfrm>
            <a:off x="6211950" y="0"/>
            <a:ext cx="598005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90A3048F-D4A5-5E6A-9D71-B7038044CD24}"/>
              </a:ext>
            </a:extLst>
          </p:cNvPr>
          <p:cNvSpPr>
            <a:spLocks noGrp="1"/>
          </p:cNvSpPr>
          <p:nvPr>
            <p:ph type="pic" sz="quarter" idx="13"/>
          </p:nvPr>
        </p:nvSpPr>
        <p:spPr>
          <a:xfrm>
            <a:off x="6203950" y="0"/>
            <a:ext cx="5988050" cy="6858000"/>
          </a:xfrm>
          <a:custGeom>
            <a:avLst/>
            <a:gdLst>
              <a:gd name="connsiteX0" fmla="*/ 2703370 w 5988050"/>
              <a:gd name="connsiteY0" fmla="*/ 447517 h 6858000"/>
              <a:gd name="connsiteX1" fmla="*/ 2703370 w 5988050"/>
              <a:gd name="connsiteY1" fmla="*/ 3777517 h 6858000"/>
              <a:gd name="connsiteX2" fmla="*/ 5547370 w 5988050"/>
              <a:gd name="connsiteY2" fmla="*/ 3777517 h 6858000"/>
              <a:gd name="connsiteX3" fmla="*/ 5547370 w 5988050"/>
              <a:gd name="connsiteY3" fmla="*/ 447517 h 6858000"/>
              <a:gd name="connsiteX4" fmla="*/ 0 w 5988050"/>
              <a:gd name="connsiteY4" fmla="*/ 0 h 6858000"/>
              <a:gd name="connsiteX5" fmla="*/ 5988050 w 5988050"/>
              <a:gd name="connsiteY5" fmla="*/ 0 h 6858000"/>
              <a:gd name="connsiteX6" fmla="*/ 5988050 w 5988050"/>
              <a:gd name="connsiteY6" fmla="*/ 6858000 h 6858000"/>
              <a:gd name="connsiteX7" fmla="*/ 0 w 598805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8050" h="6858000">
                <a:moveTo>
                  <a:pt x="2703370" y="447517"/>
                </a:moveTo>
                <a:lnTo>
                  <a:pt x="2703370" y="3777517"/>
                </a:lnTo>
                <a:lnTo>
                  <a:pt x="5547370" y="3777517"/>
                </a:lnTo>
                <a:lnTo>
                  <a:pt x="5547370" y="447517"/>
                </a:lnTo>
                <a:close/>
                <a:moveTo>
                  <a:pt x="0" y="0"/>
                </a:moveTo>
                <a:lnTo>
                  <a:pt x="5988050" y="0"/>
                </a:lnTo>
                <a:lnTo>
                  <a:pt x="5988050" y="6858000"/>
                </a:lnTo>
                <a:lnTo>
                  <a:pt x="0" y="6858000"/>
                </a:lnTo>
                <a:close/>
              </a:path>
            </a:pathLst>
          </a:custGeom>
          <a:solidFill>
            <a:schemeClr val="bg1">
              <a:lumMod val="85000"/>
            </a:schemeClr>
          </a:solidFill>
        </p:spPr>
        <p:txBody>
          <a:bodyPr wrap="square" bIns="2592000" anchor="b" anchorCtr="0">
            <a:noAutofit/>
          </a:bodyPr>
          <a:lstStyle>
            <a:lvl1pPr algn="ctr">
              <a:defRPr lang="en-GB" sz="2400" dirty="0"/>
            </a:lvl1pPr>
          </a:lstStyle>
          <a:p>
            <a:endParaRPr lang="en-GB" dirty="0"/>
          </a:p>
        </p:txBody>
      </p:sp>
      <p:sp>
        <p:nvSpPr>
          <p:cNvPr id="9" name="Guides" hidden="1">
            <a:extLst>
              <a:ext uri="{FF2B5EF4-FFF2-40B4-BE49-F238E27FC236}">
                <a16:creationId xmlns:a16="http://schemas.microsoft.com/office/drawing/2014/main" id="{A3310DC9-F8F2-DD81-BF09-BBF27B8D0067}"/>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3" name="Text Placeholder 12">
            <a:extLst>
              <a:ext uri="{FF2B5EF4-FFF2-40B4-BE49-F238E27FC236}">
                <a16:creationId xmlns:a16="http://schemas.microsoft.com/office/drawing/2014/main" id="{4B87800B-B69D-21E8-F3CA-6BACF967769A}"/>
              </a:ext>
            </a:extLst>
          </p:cNvPr>
          <p:cNvSpPr>
            <a:spLocks noGrp="1"/>
          </p:cNvSpPr>
          <p:nvPr>
            <p:ph type="body" sz="quarter" idx="20"/>
          </p:nvPr>
        </p:nvSpPr>
        <p:spPr>
          <a:xfrm>
            <a:off x="719137" y="1439863"/>
            <a:ext cx="5268000" cy="469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14" name="Freeform: Shape 13">
            <a:extLst>
              <a:ext uri="{FF2B5EF4-FFF2-40B4-BE49-F238E27FC236}">
                <a16:creationId xmlns:a16="http://schemas.microsoft.com/office/drawing/2014/main" id="{0257AA48-42F1-79A9-9D57-BA4705ACC135}"/>
              </a:ext>
            </a:extLst>
          </p:cNvPr>
          <p:cNvSpPr/>
          <p:nvPr userDrawn="1"/>
        </p:nvSpPr>
        <p:spPr>
          <a:xfrm>
            <a:off x="424205" y="123"/>
            <a:ext cx="12353" cy="965274"/>
          </a:xfrm>
          <a:custGeom>
            <a:avLst/>
            <a:gdLst>
              <a:gd name="connsiteX0" fmla="*/ 0 w 12353"/>
              <a:gd name="connsiteY0" fmla="*/ 965274 h 965274"/>
              <a:gd name="connsiteX1" fmla="*/ 0 w 12353"/>
              <a:gd name="connsiteY1" fmla="*/ 0 h 965274"/>
            </a:gdLst>
            <a:ahLst/>
            <a:cxnLst>
              <a:cxn ang="0">
                <a:pos x="connsiteX0" y="connsiteY0"/>
              </a:cxn>
              <a:cxn ang="0">
                <a:pos x="connsiteX1" y="connsiteY1"/>
              </a:cxn>
            </a:cxnLst>
            <a:rect l="l" t="t" r="r" b="b"/>
            <a:pathLst>
              <a:path w="12353" h="965274">
                <a:moveTo>
                  <a:pt x="0" y="965274"/>
                </a:moveTo>
                <a:lnTo>
                  <a:pt x="0" y="0"/>
                </a:lnTo>
              </a:path>
            </a:pathLst>
          </a:custGeom>
          <a:ln w="6350" cap="flat">
            <a:solidFill>
              <a:srgbClr val="009FE3"/>
            </a:solidFill>
            <a:prstDash val="solid"/>
            <a:miter/>
          </a:ln>
        </p:spPr>
        <p:txBody>
          <a:bodyPr rtlCol="0" anchor="ctr"/>
          <a:lstStyle/>
          <a:p>
            <a:endParaRPr lang="en-US"/>
          </a:p>
        </p:txBody>
      </p:sp>
      <p:sp>
        <p:nvSpPr>
          <p:cNvPr id="16" name="Text Placeholder 8">
            <a:extLst>
              <a:ext uri="{FF2B5EF4-FFF2-40B4-BE49-F238E27FC236}">
                <a16:creationId xmlns:a16="http://schemas.microsoft.com/office/drawing/2014/main" id="{DD6C96F2-7601-76ED-67A1-F630762F4780}"/>
              </a:ext>
            </a:extLst>
          </p:cNvPr>
          <p:cNvSpPr>
            <a:spLocks noGrp="1"/>
          </p:cNvSpPr>
          <p:nvPr>
            <p:ph type="body" sz="quarter" idx="17"/>
          </p:nvPr>
        </p:nvSpPr>
        <p:spPr>
          <a:xfrm>
            <a:off x="719137" y="750989"/>
            <a:ext cx="5273737" cy="303111"/>
          </a:xfrm>
        </p:spPr>
        <p:txBody>
          <a:bodyPr>
            <a:noAutofit/>
          </a:bodyPr>
          <a:lstStyle>
            <a:lvl1pPr marL="0" indent="0">
              <a:buFont typeface="Arial" panose="020B0604020202020204" pitchFamily="34" charset="0"/>
              <a:buNone/>
              <a:defRPr sz="1800" b="0">
                <a:solidFill>
                  <a:schemeClr val="accent2"/>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17" name="Title 1">
            <a:extLst>
              <a:ext uri="{FF2B5EF4-FFF2-40B4-BE49-F238E27FC236}">
                <a16:creationId xmlns:a16="http://schemas.microsoft.com/office/drawing/2014/main" id="{AA1C878D-6ECB-7ED7-9F42-7E05F177F01C}"/>
              </a:ext>
            </a:extLst>
          </p:cNvPr>
          <p:cNvSpPr>
            <a:spLocks noGrp="1"/>
          </p:cNvSpPr>
          <p:nvPr>
            <p:ph type="title"/>
          </p:nvPr>
        </p:nvSpPr>
        <p:spPr>
          <a:xfrm>
            <a:off x="719138" y="43634"/>
            <a:ext cx="5267325" cy="712715"/>
          </a:xfrm>
        </p:spPr>
        <p:txBody>
          <a:bodyPr anchor="b">
            <a:noAutofit/>
          </a:bodyPr>
          <a:lstStyle>
            <a:lvl1pPr>
              <a:defRPr sz="2800"/>
            </a:lvl1pPr>
          </a:lstStyle>
          <a:p>
            <a:r>
              <a:rPr lang="en-US" dirty="0"/>
              <a:t>Click to edit Master title</a:t>
            </a:r>
            <a:endParaRPr lang="en-GB" dirty="0"/>
          </a:p>
        </p:txBody>
      </p:sp>
      <p:sp>
        <p:nvSpPr>
          <p:cNvPr id="3" name="Text Placeholder 11">
            <a:extLst>
              <a:ext uri="{FF2B5EF4-FFF2-40B4-BE49-F238E27FC236}">
                <a16:creationId xmlns:a16="http://schemas.microsoft.com/office/drawing/2014/main" id="{EEEEFED2-33B4-C067-CE89-CD93D8E0FA90}"/>
              </a:ext>
            </a:extLst>
          </p:cNvPr>
          <p:cNvSpPr>
            <a:spLocks noGrp="1"/>
          </p:cNvSpPr>
          <p:nvPr>
            <p:ph type="body" sz="quarter" idx="30"/>
          </p:nvPr>
        </p:nvSpPr>
        <p:spPr>
          <a:xfrm>
            <a:off x="9082640" y="1399088"/>
            <a:ext cx="2388635" cy="214563"/>
          </a:xfrm>
          <a:prstGeom prst="rect">
            <a:avLst/>
          </a:prstGeom>
          <a:noFill/>
        </p:spPr>
        <p:txBody>
          <a:bodyPr lIns="0" tIns="0" rIns="0" bIns="0" anchor="t" anchorCtr="0"/>
          <a:lstStyle>
            <a:lvl1pPr marL="0" indent="0">
              <a:lnSpc>
                <a:spcPct val="105000"/>
              </a:lnSpc>
              <a:spcBef>
                <a:spcPts val="0"/>
              </a:spcBef>
              <a:spcAft>
                <a:spcPts val="0"/>
              </a:spcAft>
              <a:buFont typeface="Arial" panose="020B0604020202020204" pitchFamily="34" charset="0"/>
              <a:buNone/>
              <a:defRPr sz="1200" b="0">
                <a:solidFill>
                  <a:schemeClr val="bg1"/>
                </a:solidFill>
                <a:latin typeface="+mn-lt"/>
              </a:defRPr>
            </a:lvl1pPr>
            <a:lvl2pPr marL="0" indent="0">
              <a:lnSpc>
                <a:spcPct val="105000"/>
              </a:lnSpc>
              <a:spcBef>
                <a:spcPts val="0"/>
              </a:spcBef>
              <a:spcAft>
                <a:spcPts val="0"/>
              </a:spcAft>
              <a:buFont typeface="Arial" panose="020B0604020202020204" pitchFamily="34" charset="0"/>
              <a:buNone/>
              <a:defRPr sz="1050" b="0">
                <a:solidFill>
                  <a:schemeClr val="bg1"/>
                </a:solidFill>
                <a:latin typeface="+mn-lt"/>
              </a:defRPr>
            </a:lvl2pPr>
            <a:lvl3pPr marL="0" indent="0">
              <a:lnSpc>
                <a:spcPct val="105000"/>
              </a:lnSpc>
              <a:spcBef>
                <a:spcPts val="0"/>
              </a:spcBef>
              <a:spcAft>
                <a:spcPts val="0"/>
              </a:spcAft>
              <a:buClr>
                <a:schemeClr val="accent2"/>
              </a:buClr>
              <a:buSzPct val="80000"/>
              <a:buFont typeface="Wingdings" panose="05000000000000000000" pitchFamily="2" charset="2"/>
              <a:buNone/>
              <a:defRPr sz="1050" b="0">
                <a:solidFill>
                  <a:schemeClr val="bg1"/>
                </a:solidFill>
                <a:latin typeface="+mn-lt"/>
              </a:defRPr>
            </a:lvl3pPr>
            <a:lvl4pPr marL="0" indent="0">
              <a:lnSpc>
                <a:spcPct val="105000"/>
              </a:lnSpc>
              <a:spcBef>
                <a:spcPts val="0"/>
              </a:spcBef>
              <a:spcAft>
                <a:spcPts val="0"/>
              </a:spcAft>
              <a:buFont typeface="Arial" panose="020B0604020202020204" pitchFamily="34" charset="0"/>
              <a:buNone/>
              <a:defRPr sz="1050" b="0">
                <a:solidFill>
                  <a:schemeClr val="bg1"/>
                </a:solidFill>
              </a:defRPr>
            </a:lvl4pPr>
            <a:lvl5pPr marL="0" indent="0">
              <a:lnSpc>
                <a:spcPct val="105000"/>
              </a:lnSpc>
              <a:spcBef>
                <a:spcPts val="0"/>
              </a:spcBef>
              <a:spcAft>
                <a:spcPts val="0"/>
              </a:spcAft>
              <a:buFont typeface="Arial" panose="020B0604020202020204" pitchFamily="34" charset="0"/>
              <a:buNone/>
              <a:defRPr sz="1050" b="0">
                <a:solidFill>
                  <a:schemeClr val="bg1"/>
                </a:solidFill>
                <a:latin typeface="+mn-lt"/>
              </a:defRPr>
            </a:lvl5pPr>
            <a:lvl6pPr marL="0" indent="0">
              <a:lnSpc>
                <a:spcPct val="105000"/>
              </a:lnSpc>
              <a:spcBef>
                <a:spcPts val="0"/>
              </a:spcBef>
              <a:spcAft>
                <a:spcPts val="0"/>
              </a:spcAft>
              <a:buFont typeface="Arial" panose="020B0604020202020204" pitchFamily="34" charset="0"/>
              <a:buNone/>
              <a:defRPr sz="1050" b="0">
                <a:solidFill>
                  <a:schemeClr val="bg1"/>
                </a:solidFill>
                <a:latin typeface="+mn-lt"/>
              </a:defRPr>
            </a:lvl6pPr>
            <a:lvl7pPr marL="0" indent="0">
              <a:lnSpc>
                <a:spcPct val="105000"/>
              </a:lnSpc>
              <a:spcBef>
                <a:spcPts val="0"/>
              </a:spcBef>
              <a:spcAft>
                <a:spcPts val="0"/>
              </a:spcAft>
              <a:buFont typeface="Arial" panose="020B0604020202020204" pitchFamily="34" charset="0"/>
              <a:buNone/>
              <a:defRPr sz="1050" b="0">
                <a:solidFill>
                  <a:schemeClr val="bg1"/>
                </a:solidFill>
                <a:latin typeface="+mn-lt"/>
              </a:defRPr>
            </a:lvl7pPr>
            <a:lvl8pPr marL="0" indent="0">
              <a:lnSpc>
                <a:spcPct val="105000"/>
              </a:lnSpc>
              <a:spcBef>
                <a:spcPts val="0"/>
              </a:spcBef>
              <a:spcAft>
                <a:spcPts val="0"/>
              </a:spcAft>
              <a:buFont typeface="Arial" panose="020B0604020202020204" pitchFamily="34" charset="0"/>
              <a:buNone/>
              <a:defRPr sz="1050" b="0">
                <a:solidFill>
                  <a:schemeClr val="bg1"/>
                </a:solidFill>
                <a:latin typeface="+mn-lt"/>
              </a:defRPr>
            </a:lvl8pPr>
            <a:lvl9pPr marL="0" indent="0">
              <a:lnSpc>
                <a:spcPct val="105000"/>
              </a:lnSpc>
              <a:spcBef>
                <a:spcPts val="0"/>
              </a:spcBef>
              <a:spcAft>
                <a:spcPts val="0"/>
              </a:spcAft>
              <a:buFont typeface="Arial" panose="020B0604020202020204" pitchFamily="34" charset="0"/>
              <a:buNone/>
              <a:defRPr sz="1050" b="0">
                <a:solidFill>
                  <a:schemeClr val="bg1"/>
                </a:solidFill>
                <a:latin typeface="+mn-lt"/>
              </a:defRPr>
            </a:lvl9pPr>
          </a:lstStyle>
          <a:p>
            <a:pPr lvl="0"/>
            <a:r>
              <a:rPr lang="en-US" dirty="0"/>
              <a:t>Click to edit Master text styles</a:t>
            </a:r>
          </a:p>
        </p:txBody>
      </p:sp>
      <p:sp>
        <p:nvSpPr>
          <p:cNvPr id="8" name="TextBox 7">
            <a:extLst>
              <a:ext uri="{FF2B5EF4-FFF2-40B4-BE49-F238E27FC236}">
                <a16:creationId xmlns:a16="http://schemas.microsoft.com/office/drawing/2014/main" id="{7DA61EF8-70CA-BEE1-3321-8B006CAFC3CF}"/>
              </a:ext>
            </a:extLst>
          </p:cNvPr>
          <p:cNvSpPr txBox="1"/>
          <p:nvPr userDrawn="1"/>
        </p:nvSpPr>
        <p:spPr>
          <a:xfrm>
            <a:off x="9082640" y="1117305"/>
            <a:ext cx="2388635" cy="281783"/>
          </a:xfrm>
          <a:prstGeom prst="rect">
            <a:avLst/>
          </a:prstGeom>
          <a:noFill/>
        </p:spPr>
        <p:txBody>
          <a:bodyPr wrap="square" lIns="0" tIns="0" rIns="0" bIns="0" rtlCol="0">
            <a:noAutofit/>
          </a:bodyPr>
          <a:lstStyle/>
          <a:p>
            <a:pPr algn="l"/>
            <a:r>
              <a:rPr lang="en-GB" sz="1600" b="1" dirty="0">
                <a:solidFill>
                  <a:schemeClr val="accent2"/>
                </a:solidFill>
                <a:latin typeface="+mj-lt"/>
              </a:rPr>
              <a:t>Value</a:t>
            </a:r>
          </a:p>
        </p:txBody>
      </p:sp>
      <p:sp>
        <p:nvSpPr>
          <p:cNvPr id="11" name="TextBox 10">
            <a:extLst>
              <a:ext uri="{FF2B5EF4-FFF2-40B4-BE49-F238E27FC236}">
                <a16:creationId xmlns:a16="http://schemas.microsoft.com/office/drawing/2014/main" id="{F39BF8F1-12F5-EE0B-79AD-E932FF91C822}"/>
              </a:ext>
            </a:extLst>
          </p:cNvPr>
          <p:cNvSpPr txBox="1"/>
          <p:nvPr userDrawn="1"/>
        </p:nvSpPr>
        <p:spPr>
          <a:xfrm>
            <a:off x="9082640" y="1702023"/>
            <a:ext cx="2388635" cy="281783"/>
          </a:xfrm>
          <a:prstGeom prst="rect">
            <a:avLst/>
          </a:prstGeom>
          <a:noFill/>
        </p:spPr>
        <p:txBody>
          <a:bodyPr wrap="square" lIns="0" tIns="0" rIns="0" bIns="0" rtlCol="0">
            <a:noAutofit/>
          </a:bodyPr>
          <a:lstStyle/>
          <a:p>
            <a:pPr algn="l"/>
            <a:r>
              <a:rPr lang="en-GB" sz="1600" b="1" dirty="0">
                <a:solidFill>
                  <a:schemeClr val="accent2"/>
                </a:solidFill>
                <a:latin typeface="+mj-lt"/>
              </a:rPr>
              <a:t>Project duration</a:t>
            </a:r>
          </a:p>
        </p:txBody>
      </p:sp>
      <p:sp>
        <p:nvSpPr>
          <p:cNvPr id="12" name="TextBox 11">
            <a:extLst>
              <a:ext uri="{FF2B5EF4-FFF2-40B4-BE49-F238E27FC236}">
                <a16:creationId xmlns:a16="http://schemas.microsoft.com/office/drawing/2014/main" id="{23F7B449-878B-A5AE-78FF-0BDA77B32881}"/>
              </a:ext>
            </a:extLst>
          </p:cNvPr>
          <p:cNvSpPr txBox="1"/>
          <p:nvPr userDrawn="1"/>
        </p:nvSpPr>
        <p:spPr>
          <a:xfrm>
            <a:off x="9082640" y="2285819"/>
            <a:ext cx="2388633" cy="292823"/>
          </a:xfrm>
          <a:prstGeom prst="rect">
            <a:avLst/>
          </a:prstGeom>
          <a:noFill/>
        </p:spPr>
        <p:txBody>
          <a:bodyPr wrap="square" lIns="0" tIns="0" rIns="0" bIns="0" rtlCol="0">
            <a:noAutofit/>
          </a:bodyPr>
          <a:lstStyle/>
          <a:p>
            <a:pPr algn="l"/>
            <a:r>
              <a:rPr lang="en-GB" sz="1300" b="1" dirty="0">
                <a:solidFill>
                  <a:schemeClr val="accent2"/>
                </a:solidFill>
                <a:latin typeface="+mj-lt"/>
              </a:rPr>
              <a:t>Role on project</a:t>
            </a:r>
          </a:p>
        </p:txBody>
      </p:sp>
      <p:sp>
        <p:nvSpPr>
          <p:cNvPr id="18" name="Text Placeholder 11">
            <a:extLst>
              <a:ext uri="{FF2B5EF4-FFF2-40B4-BE49-F238E27FC236}">
                <a16:creationId xmlns:a16="http://schemas.microsoft.com/office/drawing/2014/main" id="{DBB559F4-921E-EFC1-D2C0-0D84F3792127}"/>
              </a:ext>
            </a:extLst>
          </p:cNvPr>
          <p:cNvSpPr>
            <a:spLocks noGrp="1"/>
          </p:cNvSpPr>
          <p:nvPr>
            <p:ph type="body" sz="quarter" idx="68"/>
          </p:nvPr>
        </p:nvSpPr>
        <p:spPr>
          <a:xfrm>
            <a:off x="9082640" y="2534715"/>
            <a:ext cx="2388633" cy="1057162"/>
          </a:xfrm>
          <a:prstGeom prst="rect">
            <a:avLst/>
          </a:prstGeom>
          <a:noFill/>
        </p:spPr>
        <p:txBody>
          <a:bodyPr lIns="0" tIns="0" rIns="0" bIns="0" anchor="t" anchorCtr="0"/>
          <a:lstStyle>
            <a:lvl1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1pPr>
            <a:lvl2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2pPr>
            <a:lvl3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3pPr>
            <a:lvl4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4pPr>
            <a:lvl5pPr marL="180000" indent="-180000">
              <a:lnSpc>
                <a:spcPct val="110000"/>
              </a:lnSpc>
              <a:spcBef>
                <a:spcPts val="0"/>
              </a:spcBef>
              <a:spcAft>
                <a:spcPts val="0"/>
              </a:spcAft>
              <a:buClr>
                <a:schemeClr val="accent2"/>
              </a:buClr>
              <a:buSzPct val="80000"/>
              <a:buFont typeface="Wingdings" panose="05000000000000000000" pitchFamily="2" charset="2"/>
              <a:buChar char="n"/>
              <a:defRPr sz="1200" b="0">
                <a:solidFill>
                  <a:schemeClr val="bg1"/>
                </a:solidFill>
                <a:latin typeface="+mn-lt"/>
              </a:defRPr>
            </a:lvl5pPr>
            <a:lvl6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6pPr>
            <a:lvl7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7pPr>
            <a:lvl8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8pPr>
            <a:lvl9pPr marL="180000" indent="-180000">
              <a:lnSpc>
                <a:spcPct val="105000"/>
              </a:lnSpc>
              <a:spcBef>
                <a:spcPts val="0"/>
              </a:spcBef>
              <a:spcAft>
                <a:spcPts val="0"/>
              </a:spcAft>
              <a:buClr>
                <a:schemeClr val="accent2"/>
              </a:buClr>
              <a:buSzPct val="80000"/>
              <a:buFont typeface="Wingdings" panose="05000000000000000000" pitchFamily="2" charset="2"/>
              <a:buChar char="n"/>
              <a:defRPr sz="1050" b="0">
                <a:solidFill>
                  <a:schemeClr val="bg1"/>
                </a:solidFill>
                <a:latin typeface="+mn-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1">
            <a:extLst>
              <a:ext uri="{FF2B5EF4-FFF2-40B4-BE49-F238E27FC236}">
                <a16:creationId xmlns:a16="http://schemas.microsoft.com/office/drawing/2014/main" id="{EDE25B5E-91CD-FC9E-8151-906398AFC47B}"/>
              </a:ext>
            </a:extLst>
          </p:cNvPr>
          <p:cNvSpPr>
            <a:spLocks noGrp="1"/>
          </p:cNvSpPr>
          <p:nvPr>
            <p:ph type="body" sz="quarter" idx="70"/>
          </p:nvPr>
        </p:nvSpPr>
        <p:spPr>
          <a:xfrm>
            <a:off x="9082640" y="1983806"/>
            <a:ext cx="2388635" cy="214563"/>
          </a:xfrm>
          <a:prstGeom prst="rect">
            <a:avLst/>
          </a:prstGeom>
          <a:noFill/>
        </p:spPr>
        <p:txBody>
          <a:bodyPr lIns="0" tIns="0" rIns="0" bIns="0" anchor="t" anchorCtr="0"/>
          <a:lstStyle>
            <a:lvl1pPr marL="0" indent="0">
              <a:lnSpc>
                <a:spcPct val="105000"/>
              </a:lnSpc>
              <a:spcBef>
                <a:spcPts val="0"/>
              </a:spcBef>
              <a:spcAft>
                <a:spcPts val="0"/>
              </a:spcAft>
              <a:buFont typeface="Arial" panose="020B0604020202020204" pitchFamily="34" charset="0"/>
              <a:buNone/>
              <a:defRPr sz="1200" b="0">
                <a:solidFill>
                  <a:schemeClr val="bg1"/>
                </a:solidFill>
                <a:latin typeface="+mn-lt"/>
              </a:defRPr>
            </a:lvl1pPr>
            <a:lvl2pPr marL="0" indent="0">
              <a:lnSpc>
                <a:spcPct val="105000"/>
              </a:lnSpc>
              <a:spcBef>
                <a:spcPts val="0"/>
              </a:spcBef>
              <a:spcAft>
                <a:spcPts val="0"/>
              </a:spcAft>
              <a:buFont typeface="Arial" panose="020B0604020202020204" pitchFamily="34" charset="0"/>
              <a:buNone/>
              <a:defRPr sz="1050" b="0">
                <a:solidFill>
                  <a:schemeClr val="bg1"/>
                </a:solidFill>
                <a:latin typeface="+mn-lt"/>
              </a:defRPr>
            </a:lvl2pPr>
            <a:lvl3pPr marL="0" indent="0">
              <a:lnSpc>
                <a:spcPct val="105000"/>
              </a:lnSpc>
              <a:spcBef>
                <a:spcPts val="0"/>
              </a:spcBef>
              <a:spcAft>
                <a:spcPts val="0"/>
              </a:spcAft>
              <a:buClr>
                <a:schemeClr val="accent2"/>
              </a:buClr>
              <a:buSzPct val="80000"/>
              <a:buFont typeface="Wingdings" panose="05000000000000000000" pitchFamily="2" charset="2"/>
              <a:buNone/>
              <a:defRPr sz="1050" b="0">
                <a:solidFill>
                  <a:schemeClr val="bg1"/>
                </a:solidFill>
                <a:latin typeface="+mn-lt"/>
              </a:defRPr>
            </a:lvl3pPr>
            <a:lvl4pPr marL="0" indent="0">
              <a:lnSpc>
                <a:spcPct val="105000"/>
              </a:lnSpc>
              <a:spcBef>
                <a:spcPts val="0"/>
              </a:spcBef>
              <a:spcAft>
                <a:spcPts val="0"/>
              </a:spcAft>
              <a:buFont typeface="Arial" panose="020B0604020202020204" pitchFamily="34" charset="0"/>
              <a:buNone/>
              <a:defRPr sz="1050" b="0">
                <a:solidFill>
                  <a:schemeClr val="bg1"/>
                </a:solidFill>
              </a:defRPr>
            </a:lvl4pPr>
            <a:lvl5pPr marL="0" indent="0">
              <a:lnSpc>
                <a:spcPct val="105000"/>
              </a:lnSpc>
              <a:spcBef>
                <a:spcPts val="0"/>
              </a:spcBef>
              <a:spcAft>
                <a:spcPts val="0"/>
              </a:spcAft>
              <a:buFont typeface="Arial" panose="020B0604020202020204" pitchFamily="34" charset="0"/>
              <a:buNone/>
              <a:defRPr sz="1050" b="0">
                <a:solidFill>
                  <a:schemeClr val="bg1"/>
                </a:solidFill>
                <a:latin typeface="+mn-lt"/>
              </a:defRPr>
            </a:lvl5pPr>
            <a:lvl6pPr marL="0" indent="0">
              <a:lnSpc>
                <a:spcPct val="105000"/>
              </a:lnSpc>
              <a:spcBef>
                <a:spcPts val="0"/>
              </a:spcBef>
              <a:spcAft>
                <a:spcPts val="0"/>
              </a:spcAft>
              <a:buFont typeface="Arial" panose="020B0604020202020204" pitchFamily="34" charset="0"/>
              <a:buNone/>
              <a:defRPr sz="1050" b="0">
                <a:solidFill>
                  <a:schemeClr val="bg1"/>
                </a:solidFill>
                <a:latin typeface="+mn-lt"/>
              </a:defRPr>
            </a:lvl6pPr>
            <a:lvl7pPr marL="0" indent="0">
              <a:lnSpc>
                <a:spcPct val="105000"/>
              </a:lnSpc>
              <a:spcBef>
                <a:spcPts val="0"/>
              </a:spcBef>
              <a:spcAft>
                <a:spcPts val="0"/>
              </a:spcAft>
              <a:buFont typeface="Arial" panose="020B0604020202020204" pitchFamily="34" charset="0"/>
              <a:buNone/>
              <a:defRPr sz="1050" b="0">
                <a:solidFill>
                  <a:schemeClr val="bg1"/>
                </a:solidFill>
                <a:latin typeface="+mn-lt"/>
              </a:defRPr>
            </a:lvl7pPr>
            <a:lvl8pPr marL="0" indent="0">
              <a:lnSpc>
                <a:spcPct val="105000"/>
              </a:lnSpc>
              <a:spcBef>
                <a:spcPts val="0"/>
              </a:spcBef>
              <a:spcAft>
                <a:spcPts val="0"/>
              </a:spcAft>
              <a:buFont typeface="Arial" panose="020B0604020202020204" pitchFamily="34" charset="0"/>
              <a:buNone/>
              <a:defRPr sz="1050" b="0">
                <a:solidFill>
                  <a:schemeClr val="bg1"/>
                </a:solidFill>
                <a:latin typeface="+mn-lt"/>
              </a:defRPr>
            </a:lvl8pPr>
            <a:lvl9pPr marL="0" indent="0">
              <a:lnSpc>
                <a:spcPct val="105000"/>
              </a:lnSpc>
              <a:spcBef>
                <a:spcPts val="0"/>
              </a:spcBef>
              <a:spcAft>
                <a:spcPts val="0"/>
              </a:spcAft>
              <a:buFont typeface="Arial" panose="020B0604020202020204" pitchFamily="34" charset="0"/>
              <a:buNone/>
              <a:defRPr sz="1050" b="0">
                <a:solidFill>
                  <a:schemeClr val="bg1"/>
                </a:solidFill>
                <a:latin typeface="+mn-lt"/>
              </a:defRPr>
            </a:lvl9pPr>
          </a:lstStyle>
          <a:p>
            <a:pPr lvl="0"/>
            <a:r>
              <a:rPr lang="en-US" dirty="0"/>
              <a:t>Click to edit Master text styles</a:t>
            </a:r>
          </a:p>
        </p:txBody>
      </p:sp>
      <p:sp>
        <p:nvSpPr>
          <p:cNvPr id="21" name="Slide Number Placeholder 20">
            <a:extLst>
              <a:ext uri="{FF2B5EF4-FFF2-40B4-BE49-F238E27FC236}">
                <a16:creationId xmlns:a16="http://schemas.microsoft.com/office/drawing/2014/main" id="{1452A1CA-9417-9280-5D5E-25812D06EE29}"/>
              </a:ext>
            </a:extLst>
          </p:cNvPr>
          <p:cNvSpPr>
            <a:spLocks noGrp="1"/>
          </p:cNvSpPr>
          <p:nvPr>
            <p:ph type="sldNum" sz="quarter" idx="73"/>
          </p:nvPr>
        </p:nvSpPr>
        <p:spPr/>
        <p:txBody>
          <a:bodyPr/>
          <a:lstStyle>
            <a:lvl1pPr>
              <a:defRPr>
                <a:solidFill>
                  <a:schemeClr val="bg1"/>
                </a:solidFill>
              </a:defRPr>
            </a:lvl1pPr>
          </a:lstStyle>
          <a:p>
            <a:fld id="{75A6CFFB-7194-4088-A46E-B1739916A60C}" type="slidenum">
              <a:rPr lang="en-GB" smtClean="0"/>
              <a:pPr/>
              <a:t>‹#›</a:t>
            </a:fld>
            <a:endParaRPr lang="en-GB" dirty="0"/>
          </a:p>
        </p:txBody>
      </p:sp>
      <p:sp>
        <p:nvSpPr>
          <p:cNvPr id="2" name="Rectangle 1">
            <a:extLst>
              <a:ext uri="{FF2B5EF4-FFF2-40B4-BE49-F238E27FC236}">
                <a16:creationId xmlns:a16="http://schemas.microsoft.com/office/drawing/2014/main" id="{28BA0B56-9236-DD09-694B-CD312885F4BD}"/>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7" name="Name_Title" descr="{&quot;templafy&quot;:{&quot;id&quot;:&quot;218caf71-5749-4058-bd37-fdd7d57eb8b7&quot;}}">
            <a:extLst>
              <a:ext uri="{FF2B5EF4-FFF2-40B4-BE49-F238E27FC236}">
                <a16:creationId xmlns:a16="http://schemas.microsoft.com/office/drawing/2014/main" id="{704879F6-027F-C129-F4BD-6BF3C2E778BD}"/>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71"/>
                </a:solidFill>
              </a:rPr>
              <a:t>Turner &amp; Townsend</a:t>
            </a:r>
          </a:p>
        </p:txBody>
      </p:sp>
      <p:sp>
        <p:nvSpPr>
          <p:cNvPr id="5" name="Footer Placeholder 4">
            <a:extLst>
              <a:ext uri="{FF2B5EF4-FFF2-40B4-BE49-F238E27FC236}">
                <a16:creationId xmlns:a16="http://schemas.microsoft.com/office/drawing/2014/main" id="{295ED5D2-0329-E5BA-D8BB-1A8A5E8A62A5}"/>
              </a:ext>
            </a:extLst>
          </p:cNvPr>
          <p:cNvSpPr>
            <a:spLocks noGrp="1"/>
          </p:cNvSpPr>
          <p:nvPr>
            <p:ph type="ftr" sz="quarter" idx="75"/>
          </p:nvPr>
        </p:nvSpPr>
        <p:spPr/>
        <p:txBody>
          <a:bodyPr/>
          <a:lstStyle>
            <a:lvl1pPr>
              <a:defRPr>
                <a:solidFill>
                  <a:schemeClr val="bg1"/>
                </a:solidFill>
              </a:defRPr>
            </a:lvl1pPr>
          </a:lstStyle>
          <a:p>
            <a:r>
              <a:rPr lang="en-GB"/>
              <a:t>Confidential</a:t>
            </a:r>
            <a:endParaRPr lang="en-GB" dirty="0"/>
          </a:p>
        </p:txBody>
      </p:sp>
    </p:spTree>
    <p:extLst>
      <p:ext uri="{BB962C8B-B14F-4D97-AF65-F5344CB8AC3E}">
        <p14:creationId xmlns:p14="http://schemas.microsoft.com/office/powerpoint/2010/main" val="453004550"/>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3771" userDrawn="1">
          <p15:clr>
            <a:srgbClr val="FF96FF"/>
          </p15:clr>
        </p15:guide>
        <p15:guide id="7" pos="3907" userDrawn="1">
          <p15:clr>
            <a:srgbClr val="FF96FF"/>
          </p15:clr>
        </p15:guide>
        <p15:guide id="8" pos="7226" userDrawn="1">
          <p15:clr>
            <a:srgbClr val="FF96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3">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F7C7BB27-F644-DA53-0781-2299F708A17D}"/>
              </a:ext>
            </a:extLst>
          </p:cNvPr>
          <p:cNvSpPr>
            <a:spLocks noGrp="1"/>
          </p:cNvSpPr>
          <p:nvPr>
            <p:ph type="body" sz="quarter" idx="17"/>
          </p:nvPr>
        </p:nvSpPr>
        <p:spPr>
          <a:xfrm>
            <a:off x="720000" y="1440000"/>
            <a:ext cx="5267638" cy="260982"/>
          </a:xfrm>
        </p:spPr>
        <p:txBody>
          <a:bodyPr>
            <a:noAutofit/>
          </a:bodyPr>
          <a:lstStyle>
            <a:lvl1pPr marL="0" indent="0">
              <a:lnSpc>
                <a:spcPct val="90000"/>
              </a:lnSpc>
              <a:buFont typeface="Arial" panose="020B0604020202020204" pitchFamily="34" charset="0"/>
              <a:buNone/>
              <a:defRPr sz="1800" b="0">
                <a:solidFill>
                  <a:schemeClr val="accent1"/>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9" name="Guides" hidden="1">
            <a:extLst>
              <a:ext uri="{FF2B5EF4-FFF2-40B4-BE49-F238E27FC236}">
                <a16:creationId xmlns:a16="http://schemas.microsoft.com/office/drawing/2014/main" id="{A3310DC9-F8F2-DD81-BF09-BBF27B8D0067}"/>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4" name="Picture Placeholder 13">
            <a:extLst>
              <a:ext uri="{FF2B5EF4-FFF2-40B4-BE49-F238E27FC236}">
                <a16:creationId xmlns:a16="http://schemas.microsoft.com/office/drawing/2014/main" id="{B1284056-4757-BEC9-0511-6D6735F5680D}"/>
              </a:ext>
            </a:extLst>
          </p:cNvPr>
          <p:cNvSpPr>
            <a:spLocks noGrp="1"/>
          </p:cNvSpPr>
          <p:nvPr>
            <p:ph type="pic" sz="quarter" idx="20"/>
          </p:nvPr>
        </p:nvSpPr>
        <p:spPr>
          <a:xfrm>
            <a:off x="719999" y="1763353"/>
            <a:ext cx="5267638" cy="1716292"/>
          </a:xfrm>
          <a:solidFill>
            <a:schemeClr val="bg1">
              <a:lumMod val="85000"/>
            </a:schemeClr>
          </a:solidFill>
        </p:spPr>
        <p:txBody>
          <a:bodyPr/>
          <a:lstStyle/>
          <a:p>
            <a:endParaRPr lang="en-GB" dirty="0"/>
          </a:p>
        </p:txBody>
      </p:sp>
      <p:sp>
        <p:nvSpPr>
          <p:cNvPr id="19" name="Picture Placeholder 13">
            <a:extLst>
              <a:ext uri="{FF2B5EF4-FFF2-40B4-BE49-F238E27FC236}">
                <a16:creationId xmlns:a16="http://schemas.microsoft.com/office/drawing/2014/main" id="{EC7F1A39-8F4B-B029-1803-3ADC96ACAEEE}"/>
              </a:ext>
            </a:extLst>
          </p:cNvPr>
          <p:cNvSpPr>
            <a:spLocks noGrp="1"/>
          </p:cNvSpPr>
          <p:nvPr>
            <p:ph type="pic" sz="quarter" idx="23"/>
          </p:nvPr>
        </p:nvSpPr>
        <p:spPr>
          <a:xfrm>
            <a:off x="6204000" y="1763353"/>
            <a:ext cx="5267638" cy="1716292"/>
          </a:xfrm>
          <a:solidFill>
            <a:schemeClr val="bg1">
              <a:lumMod val="85000"/>
            </a:schemeClr>
          </a:solidFill>
        </p:spPr>
        <p:txBody>
          <a:bodyPr/>
          <a:lstStyle/>
          <a:p>
            <a:endParaRPr lang="en-GB" dirty="0"/>
          </a:p>
        </p:txBody>
      </p:sp>
      <p:sp>
        <p:nvSpPr>
          <p:cNvPr id="6" name="Title 5">
            <a:extLst>
              <a:ext uri="{FF2B5EF4-FFF2-40B4-BE49-F238E27FC236}">
                <a16:creationId xmlns:a16="http://schemas.microsoft.com/office/drawing/2014/main" id="{5759BBE8-4364-F90D-3612-5A541B966CAE}"/>
              </a:ext>
            </a:extLst>
          </p:cNvPr>
          <p:cNvSpPr>
            <a:spLocks noGrp="1"/>
          </p:cNvSpPr>
          <p:nvPr>
            <p:ph type="title"/>
          </p:nvPr>
        </p:nvSpPr>
        <p:spPr/>
        <p:txBody>
          <a:bodyPr/>
          <a:lstStyle/>
          <a:p>
            <a:r>
              <a:rPr lang="en-US"/>
              <a:t>Click to edit Master title style</a:t>
            </a:r>
            <a:endParaRPr lang="en-GB"/>
          </a:p>
        </p:txBody>
      </p:sp>
      <p:sp>
        <p:nvSpPr>
          <p:cNvPr id="2" name="Text Placeholder 8">
            <a:extLst>
              <a:ext uri="{FF2B5EF4-FFF2-40B4-BE49-F238E27FC236}">
                <a16:creationId xmlns:a16="http://schemas.microsoft.com/office/drawing/2014/main" id="{8FE0549C-86F6-BC0B-99F7-E79A17DB9195}"/>
              </a:ext>
            </a:extLst>
          </p:cNvPr>
          <p:cNvSpPr>
            <a:spLocks noGrp="1"/>
          </p:cNvSpPr>
          <p:nvPr>
            <p:ph type="body" sz="quarter" idx="24"/>
          </p:nvPr>
        </p:nvSpPr>
        <p:spPr>
          <a:xfrm>
            <a:off x="6203638" y="1440000"/>
            <a:ext cx="5267638" cy="260982"/>
          </a:xfrm>
        </p:spPr>
        <p:txBody>
          <a:bodyPr>
            <a:noAutofit/>
          </a:bodyPr>
          <a:lstStyle>
            <a:lvl1pPr marL="0" indent="0">
              <a:lnSpc>
                <a:spcPct val="90000"/>
              </a:lnSpc>
              <a:buFont typeface="Arial" panose="020B0604020202020204" pitchFamily="34" charset="0"/>
              <a:buNone/>
              <a:defRPr sz="1800" b="0">
                <a:solidFill>
                  <a:schemeClr val="accent1"/>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5" name="Slide Number Placeholder 4">
            <a:extLst>
              <a:ext uri="{FF2B5EF4-FFF2-40B4-BE49-F238E27FC236}">
                <a16:creationId xmlns:a16="http://schemas.microsoft.com/office/drawing/2014/main" id="{21E5E6C1-5B74-E23E-D914-8DDAD95CAAFE}"/>
              </a:ext>
            </a:extLst>
          </p:cNvPr>
          <p:cNvSpPr>
            <a:spLocks noGrp="1"/>
          </p:cNvSpPr>
          <p:nvPr>
            <p:ph type="sldNum" sz="quarter" idx="26"/>
          </p:nvPr>
        </p:nvSpPr>
        <p:spPr/>
        <p:txBody>
          <a:bodyPr/>
          <a:lstStyle/>
          <a:p>
            <a:fld id="{75A6CFFB-7194-4088-A46E-B1739916A60C}" type="slidenum">
              <a:rPr lang="en-GB" smtClean="0"/>
              <a:pPr/>
              <a:t>‹#›</a:t>
            </a:fld>
            <a:endParaRPr lang="en-GB" dirty="0"/>
          </a:p>
        </p:txBody>
      </p:sp>
      <p:sp>
        <p:nvSpPr>
          <p:cNvPr id="3" name="Rectangle 2">
            <a:extLst>
              <a:ext uri="{FF2B5EF4-FFF2-40B4-BE49-F238E27FC236}">
                <a16:creationId xmlns:a16="http://schemas.microsoft.com/office/drawing/2014/main" id="{A2308B2B-ED5D-93ED-75C0-05CB2D40FEC7}"/>
              </a:ext>
            </a:extLst>
          </p:cNvPr>
          <p:cNvSpPr>
            <a:spLocks/>
          </p:cNvSpPr>
          <p:nvPr userDrawn="1"/>
        </p:nvSpPr>
        <p:spPr>
          <a:xfrm>
            <a:off x="719999" y="3479646"/>
            <a:ext cx="5267638" cy="2657630"/>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4" name="Text Placeholder 13">
            <a:extLst>
              <a:ext uri="{FF2B5EF4-FFF2-40B4-BE49-F238E27FC236}">
                <a16:creationId xmlns:a16="http://schemas.microsoft.com/office/drawing/2014/main" id="{672BAB8D-5571-D05F-9642-DD04DC9CE53B}"/>
              </a:ext>
            </a:extLst>
          </p:cNvPr>
          <p:cNvSpPr>
            <a:spLocks noGrp="1"/>
          </p:cNvSpPr>
          <p:nvPr>
            <p:ph type="body" sz="quarter" idx="22" hasCustomPrompt="1"/>
          </p:nvPr>
        </p:nvSpPr>
        <p:spPr>
          <a:xfrm>
            <a:off x="863999" y="3615211"/>
            <a:ext cx="4979638" cy="348511"/>
          </a:xfrm>
          <a:noFill/>
        </p:spPr>
        <p:txBody>
          <a:bodyPr lIns="0" tIns="0" rIns="0" bIns="0"/>
          <a:lstStyle>
            <a:lvl1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1pPr>
            <a:lvl2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2pPr>
            <a:lvl3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3pPr>
            <a:lvl4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4pPr>
            <a:lvl5pPr marL="0" indent="0" defTabSz="179388">
              <a:lnSpc>
                <a:spcPct val="100000"/>
              </a:lnSpc>
              <a:spcBef>
                <a:spcPts val="0"/>
              </a:spcBef>
              <a:spcAft>
                <a:spcPts val="0"/>
              </a:spcAft>
              <a:buNone/>
              <a:defRPr sz="1800" b="0">
                <a:solidFill>
                  <a:schemeClr val="accent2"/>
                </a:solidFill>
                <a:latin typeface="+mj-lt"/>
              </a:defRPr>
            </a:lvl5pPr>
            <a:lvl6pPr marL="0" indent="0" defTabSz="179388">
              <a:lnSpc>
                <a:spcPct val="100000"/>
              </a:lnSpc>
              <a:spcBef>
                <a:spcPts val="0"/>
              </a:spcBef>
              <a:spcAft>
                <a:spcPts val="0"/>
              </a:spcAft>
              <a:buNone/>
              <a:defRPr sz="1800" b="0">
                <a:solidFill>
                  <a:schemeClr val="accent2"/>
                </a:solidFill>
                <a:latin typeface="+mj-lt"/>
              </a:defRPr>
            </a:lvl6pPr>
            <a:lvl7pPr marL="0" indent="0" defTabSz="179388">
              <a:lnSpc>
                <a:spcPct val="100000"/>
              </a:lnSpc>
              <a:spcBef>
                <a:spcPts val="0"/>
              </a:spcBef>
              <a:spcAft>
                <a:spcPts val="0"/>
              </a:spcAft>
              <a:buNone/>
              <a:defRPr sz="1800" b="0">
                <a:solidFill>
                  <a:schemeClr val="accent2"/>
                </a:solidFill>
                <a:latin typeface="+mj-lt"/>
              </a:defRPr>
            </a:lvl7pPr>
            <a:lvl8pPr marL="0" indent="0" defTabSz="179388">
              <a:lnSpc>
                <a:spcPct val="100000"/>
              </a:lnSpc>
              <a:spcBef>
                <a:spcPts val="0"/>
              </a:spcBef>
              <a:spcAft>
                <a:spcPts val="0"/>
              </a:spcAft>
              <a:buNone/>
              <a:defRPr sz="1800" b="0">
                <a:solidFill>
                  <a:schemeClr val="accent2"/>
                </a:solidFill>
                <a:latin typeface="+mj-lt"/>
              </a:defRPr>
            </a:lvl8pPr>
            <a:lvl9pPr marL="0" indent="0" defTabSz="179388">
              <a:lnSpc>
                <a:spcPct val="100000"/>
              </a:lnSpc>
              <a:spcBef>
                <a:spcPts val="0"/>
              </a:spcBef>
              <a:spcAft>
                <a:spcPts val="0"/>
              </a:spcAft>
              <a:buNone/>
              <a:defRPr sz="1800" b="0">
                <a:solidFill>
                  <a:schemeClr val="accent2"/>
                </a:solidFill>
                <a:latin typeface="+mj-lt"/>
              </a:defRPr>
            </a:lvl9pPr>
          </a:lstStyle>
          <a:p>
            <a:pPr lvl="0"/>
            <a:r>
              <a:rPr lang="en-US" dirty="0"/>
              <a:t>Add client</a:t>
            </a:r>
            <a:endParaRPr lang="en-GB" dirty="0"/>
          </a:p>
        </p:txBody>
      </p:sp>
      <p:sp>
        <p:nvSpPr>
          <p:cNvPr id="7" name="TextBox 6">
            <a:extLst>
              <a:ext uri="{FF2B5EF4-FFF2-40B4-BE49-F238E27FC236}">
                <a16:creationId xmlns:a16="http://schemas.microsoft.com/office/drawing/2014/main" id="{FCA9A6E8-6F6F-137F-4EF6-2970259A0FEF}"/>
              </a:ext>
            </a:extLst>
          </p:cNvPr>
          <p:cNvSpPr txBox="1"/>
          <p:nvPr userDrawn="1"/>
        </p:nvSpPr>
        <p:spPr>
          <a:xfrm>
            <a:off x="863999" y="3992297"/>
            <a:ext cx="1228725" cy="257175"/>
          </a:xfrm>
          <a:prstGeom prst="rect">
            <a:avLst/>
          </a:prstGeom>
          <a:noFill/>
        </p:spPr>
        <p:txBody>
          <a:bodyPr wrap="square" lIns="0" tIns="0" rIns="0" bIns="0" rtlCol="0">
            <a:noAutofit/>
          </a:bodyPr>
          <a:lstStyle/>
          <a:p>
            <a:pPr algn="l"/>
            <a:r>
              <a:rPr lang="en-GB" sz="1400" b="1" dirty="0">
                <a:solidFill>
                  <a:schemeClr val="accent1"/>
                </a:solidFill>
                <a:latin typeface="+mj-lt"/>
              </a:rPr>
              <a:t>Role</a:t>
            </a:r>
          </a:p>
        </p:txBody>
      </p:sp>
      <p:sp>
        <p:nvSpPr>
          <p:cNvPr id="10" name="Text Placeholder 13">
            <a:extLst>
              <a:ext uri="{FF2B5EF4-FFF2-40B4-BE49-F238E27FC236}">
                <a16:creationId xmlns:a16="http://schemas.microsoft.com/office/drawing/2014/main" id="{279F637A-0594-64B4-EC63-7EA4B7224331}"/>
              </a:ext>
            </a:extLst>
          </p:cNvPr>
          <p:cNvSpPr>
            <a:spLocks noGrp="1"/>
          </p:cNvSpPr>
          <p:nvPr>
            <p:ph type="body" sz="quarter" idx="25"/>
          </p:nvPr>
        </p:nvSpPr>
        <p:spPr>
          <a:xfrm>
            <a:off x="863999" y="4322387"/>
            <a:ext cx="4979638" cy="1670890"/>
          </a:xfrm>
          <a:noFill/>
        </p:spPr>
        <p:txBody>
          <a:bodyPr lIns="0" tIns="0" rIns="0" bIns="0"/>
          <a:lstStyle>
            <a:lvl1pPr>
              <a:lnSpc>
                <a:spcPct val="105000"/>
              </a:lnSpc>
              <a:spcBef>
                <a:spcPts val="0"/>
              </a:spcBef>
              <a:spcAft>
                <a:spcPts val="1200"/>
              </a:spcAft>
              <a:defRPr sz="1200" b="0">
                <a:solidFill>
                  <a:schemeClr val="tx2"/>
                </a:solidFill>
                <a:latin typeface="+mn-lt"/>
              </a:defRPr>
            </a:lvl1pPr>
            <a:lvl2pPr marL="18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2pPr>
            <a:lvl3pPr marL="36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3pPr>
            <a:lvl4pPr marL="540000" indent="-180000">
              <a:lnSpc>
                <a:spcPct val="105000"/>
              </a:lnSpc>
              <a:spcBef>
                <a:spcPts val="0"/>
              </a:spcBef>
              <a:spcAft>
                <a:spcPts val="600"/>
              </a:spcAft>
              <a:buClr>
                <a:schemeClr val="accent2"/>
              </a:buClr>
              <a:buSzPct val="80000"/>
              <a:buFont typeface="Wingdings" panose="05000000000000000000" pitchFamily="2" charset="2"/>
              <a:buChar char="n"/>
              <a:defRPr sz="1200"/>
            </a:lvl4pPr>
            <a:lvl5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5pPr>
            <a:lvl6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6pPr>
            <a:lvl7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7pPr>
            <a:lvl8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8pPr>
            <a:lvl9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17" name="Rectangle 16">
            <a:extLst>
              <a:ext uri="{FF2B5EF4-FFF2-40B4-BE49-F238E27FC236}">
                <a16:creationId xmlns:a16="http://schemas.microsoft.com/office/drawing/2014/main" id="{B23F3B7F-AA1F-F82C-4EA6-D544B66A42F2}"/>
              </a:ext>
            </a:extLst>
          </p:cNvPr>
          <p:cNvSpPr>
            <a:spLocks/>
          </p:cNvSpPr>
          <p:nvPr userDrawn="1"/>
        </p:nvSpPr>
        <p:spPr>
          <a:xfrm>
            <a:off x="6203638" y="3479646"/>
            <a:ext cx="5267638" cy="2657630"/>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20" name="Text Placeholder 13">
            <a:extLst>
              <a:ext uri="{FF2B5EF4-FFF2-40B4-BE49-F238E27FC236}">
                <a16:creationId xmlns:a16="http://schemas.microsoft.com/office/drawing/2014/main" id="{A755E35C-E9A0-1BC1-8C95-1B2FBC8ADF2E}"/>
              </a:ext>
            </a:extLst>
          </p:cNvPr>
          <p:cNvSpPr>
            <a:spLocks noGrp="1"/>
          </p:cNvSpPr>
          <p:nvPr>
            <p:ph type="body" sz="quarter" idx="27" hasCustomPrompt="1"/>
          </p:nvPr>
        </p:nvSpPr>
        <p:spPr>
          <a:xfrm>
            <a:off x="6347638" y="3615211"/>
            <a:ext cx="4979638" cy="348511"/>
          </a:xfrm>
          <a:noFill/>
        </p:spPr>
        <p:txBody>
          <a:bodyPr lIns="0" tIns="0" rIns="0" bIns="0"/>
          <a:lstStyle>
            <a:lvl1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1pPr>
            <a:lvl2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2pPr>
            <a:lvl3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3pPr>
            <a:lvl4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4pPr>
            <a:lvl5pPr marL="0" indent="0" defTabSz="179388">
              <a:lnSpc>
                <a:spcPct val="100000"/>
              </a:lnSpc>
              <a:spcBef>
                <a:spcPts val="0"/>
              </a:spcBef>
              <a:spcAft>
                <a:spcPts val="0"/>
              </a:spcAft>
              <a:buNone/>
              <a:defRPr sz="1800" b="0">
                <a:solidFill>
                  <a:schemeClr val="accent2"/>
                </a:solidFill>
                <a:latin typeface="+mj-lt"/>
              </a:defRPr>
            </a:lvl5pPr>
            <a:lvl6pPr marL="0" indent="0" defTabSz="179388">
              <a:lnSpc>
                <a:spcPct val="100000"/>
              </a:lnSpc>
              <a:spcBef>
                <a:spcPts val="0"/>
              </a:spcBef>
              <a:spcAft>
                <a:spcPts val="0"/>
              </a:spcAft>
              <a:buNone/>
              <a:defRPr sz="1800" b="0">
                <a:solidFill>
                  <a:schemeClr val="accent2"/>
                </a:solidFill>
                <a:latin typeface="+mj-lt"/>
              </a:defRPr>
            </a:lvl6pPr>
            <a:lvl7pPr marL="0" indent="0" defTabSz="179388">
              <a:lnSpc>
                <a:spcPct val="100000"/>
              </a:lnSpc>
              <a:spcBef>
                <a:spcPts val="0"/>
              </a:spcBef>
              <a:spcAft>
                <a:spcPts val="0"/>
              </a:spcAft>
              <a:buNone/>
              <a:defRPr sz="1800" b="0">
                <a:solidFill>
                  <a:schemeClr val="accent2"/>
                </a:solidFill>
                <a:latin typeface="+mj-lt"/>
              </a:defRPr>
            </a:lvl7pPr>
            <a:lvl8pPr marL="0" indent="0" defTabSz="179388">
              <a:lnSpc>
                <a:spcPct val="100000"/>
              </a:lnSpc>
              <a:spcBef>
                <a:spcPts val="0"/>
              </a:spcBef>
              <a:spcAft>
                <a:spcPts val="0"/>
              </a:spcAft>
              <a:buNone/>
              <a:defRPr sz="1800" b="0">
                <a:solidFill>
                  <a:schemeClr val="accent2"/>
                </a:solidFill>
                <a:latin typeface="+mj-lt"/>
              </a:defRPr>
            </a:lvl8pPr>
            <a:lvl9pPr marL="0" indent="0" defTabSz="179388">
              <a:lnSpc>
                <a:spcPct val="100000"/>
              </a:lnSpc>
              <a:spcBef>
                <a:spcPts val="0"/>
              </a:spcBef>
              <a:spcAft>
                <a:spcPts val="0"/>
              </a:spcAft>
              <a:buNone/>
              <a:defRPr sz="1800" b="0">
                <a:solidFill>
                  <a:schemeClr val="accent2"/>
                </a:solidFill>
                <a:latin typeface="+mj-lt"/>
              </a:defRPr>
            </a:lvl9pPr>
          </a:lstStyle>
          <a:p>
            <a:pPr lvl="0"/>
            <a:r>
              <a:rPr lang="en-US" dirty="0"/>
              <a:t>Add client</a:t>
            </a:r>
            <a:endParaRPr lang="en-GB" dirty="0"/>
          </a:p>
        </p:txBody>
      </p:sp>
      <p:sp>
        <p:nvSpPr>
          <p:cNvPr id="21" name="TextBox 20">
            <a:extLst>
              <a:ext uri="{FF2B5EF4-FFF2-40B4-BE49-F238E27FC236}">
                <a16:creationId xmlns:a16="http://schemas.microsoft.com/office/drawing/2014/main" id="{8C89D46A-F8EF-A4C8-C8D1-05E9E5ABE9E8}"/>
              </a:ext>
            </a:extLst>
          </p:cNvPr>
          <p:cNvSpPr txBox="1"/>
          <p:nvPr userDrawn="1"/>
        </p:nvSpPr>
        <p:spPr>
          <a:xfrm>
            <a:off x="6347638" y="3992297"/>
            <a:ext cx="1228725" cy="257175"/>
          </a:xfrm>
          <a:prstGeom prst="rect">
            <a:avLst/>
          </a:prstGeom>
          <a:noFill/>
        </p:spPr>
        <p:txBody>
          <a:bodyPr wrap="square" lIns="0" tIns="0" rIns="0" bIns="0" rtlCol="0">
            <a:noAutofit/>
          </a:bodyPr>
          <a:lstStyle/>
          <a:p>
            <a:pPr algn="l"/>
            <a:r>
              <a:rPr lang="en-GB" sz="1400" b="1" dirty="0">
                <a:solidFill>
                  <a:schemeClr val="accent1"/>
                </a:solidFill>
                <a:latin typeface="+mj-lt"/>
              </a:rPr>
              <a:t>Role</a:t>
            </a:r>
          </a:p>
        </p:txBody>
      </p:sp>
      <p:sp>
        <p:nvSpPr>
          <p:cNvPr id="22" name="Text Placeholder 13">
            <a:extLst>
              <a:ext uri="{FF2B5EF4-FFF2-40B4-BE49-F238E27FC236}">
                <a16:creationId xmlns:a16="http://schemas.microsoft.com/office/drawing/2014/main" id="{B8F66EC7-5391-9275-DCAE-C07182BF4B4C}"/>
              </a:ext>
            </a:extLst>
          </p:cNvPr>
          <p:cNvSpPr>
            <a:spLocks noGrp="1"/>
          </p:cNvSpPr>
          <p:nvPr>
            <p:ph type="body" sz="quarter" idx="28"/>
          </p:nvPr>
        </p:nvSpPr>
        <p:spPr>
          <a:xfrm>
            <a:off x="6347638" y="4322387"/>
            <a:ext cx="4979638" cy="1670890"/>
          </a:xfrm>
          <a:noFill/>
        </p:spPr>
        <p:txBody>
          <a:bodyPr lIns="0" tIns="0" rIns="0" bIns="0"/>
          <a:lstStyle>
            <a:lvl1pPr>
              <a:lnSpc>
                <a:spcPct val="105000"/>
              </a:lnSpc>
              <a:spcBef>
                <a:spcPts val="0"/>
              </a:spcBef>
              <a:spcAft>
                <a:spcPts val="1200"/>
              </a:spcAft>
              <a:defRPr sz="1200" b="0">
                <a:solidFill>
                  <a:schemeClr val="tx2"/>
                </a:solidFill>
                <a:latin typeface="+mn-lt"/>
              </a:defRPr>
            </a:lvl1pPr>
            <a:lvl2pPr marL="18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2pPr>
            <a:lvl3pPr marL="36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3pPr>
            <a:lvl4pPr marL="540000" indent="-180000">
              <a:lnSpc>
                <a:spcPct val="105000"/>
              </a:lnSpc>
              <a:spcBef>
                <a:spcPts val="0"/>
              </a:spcBef>
              <a:spcAft>
                <a:spcPts val="600"/>
              </a:spcAft>
              <a:buClr>
                <a:schemeClr val="accent2"/>
              </a:buClr>
              <a:buSzPct val="80000"/>
              <a:buFont typeface="Wingdings" panose="05000000000000000000" pitchFamily="2" charset="2"/>
              <a:buChar char="n"/>
              <a:defRPr sz="1200"/>
            </a:lvl4pPr>
            <a:lvl5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5pPr>
            <a:lvl6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6pPr>
            <a:lvl7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7pPr>
            <a:lvl8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8pPr>
            <a:lvl9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12" name="Footer Placeholder 11">
            <a:extLst>
              <a:ext uri="{FF2B5EF4-FFF2-40B4-BE49-F238E27FC236}">
                <a16:creationId xmlns:a16="http://schemas.microsoft.com/office/drawing/2014/main" id="{F82A663A-1F0E-C351-7656-273FD7C8E46C}"/>
              </a:ext>
            </a:extLst>
          </p:cNvPr>
          <p:cNvSpPr>
            <a:spLocks noGrp="1"/>
          </p:cNvSpPr>
          <p:nvPr>
            <p:ph type="ftr" sz="quarter" idx="30"/>
          </p:nvPr>
        </p:nvSpPr>
        <p:spPr/>
        <p:txBody>
          <a:bodyPr/>
          <a:lstStyle/>
          <a:p>
            <a:r>
              <a:rPr lang="en-GB"/>
              <a:t>Confidential</a:t>
            </a:r>
            <a:endParaRPr lang="en-GB" dirty="0"/>
          </a:p>
        </p:txBody>
      </p:sp>
    </p:spTree>
    <p:extLst>
      <p:ext uri="{BB962C8B-B14F-4D97-AF65-F5344CB8AC3E}">
        <p14:creationId xmlns:p14="http://schemas.microsoft.com/office/powerpoint/2010/main" val="3517794401"/>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3771" userDrawn="1">
          <p15:clr>
            <a:srgbClr val="FF96FF"/>
          </p15:clr>
        </p15:guide>
        <p15:guide id="7" pos="3907" userDrawn="1">
          <p15:clr>
            <a:srgbClr val="FF96FF"/>
          </p15:clr>
        </p15:guide>
        <p15:guide id="8" pos="7226" userDrawn="1">
          <p15:clr>
            <a:srgbClr val="FF96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se Study 4">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F7C7BB27-F644-DA53-0781-2299F708A17D}"/>
              </a:ext>
            </a:extLst>
          </p:cNvPr>
          <p:cNvSpPr>
            <a:spLocks noGrp="1"/>
          </p:cNvSpPr>
          <p:nvPr>
            <p:ph type="body" sz="quarter" idx="17"/>
          </p:nvPr>
        </p:nvSpPr>
        <p:spPr>
          <a:xfrm>
            <a:off x="719139" y="1440000"/>
            <a:ext cx="2524850" cy="559281"/>
          </a:xfrm>
        </p:spPr>
        <p:txBody>
          <a:bodyPr>
            <a:noAutofit/>
          </a:bodyPr>
          <a:lstStyle>
            <a:lvl1pPr marL="0" indent="0">
              <a:lnSpc>
                <a:spcPct val="90000"/>
              </a:lnSpc>
              <a:buFont typeface="Arial" panose="020B0604020202020204" pitchFamily="34" charset="0"/>
              <a:buNone/>
              <a:defRPr sz="1800" b="0">
                <a:solidFill>
                  <a:schemeClr val="accent1"/>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9" name="Guides" hidden="1">
            <a:extLst>
              <a:ext uri="{FF2B5EF4-FFF2-40B4-BE49-F238E27FC236}">
                <a16:creationId xmlns:a16="http://schemas.microsoft.com/office/drawing/2014/main" id="{A3310DC9-F8F2-DD81-BF09-BBF27B8D0067}"/>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4" name="Picture Placeholder 13">
            <a:extLst>
              <a:ext uri="{FF2B5EF4-FFF2-40B4-BE49-F238E27FC236}">
                <a16:creationId xmlns:a16="http://schemas.microsoft.com/office/drawing/2014/main" id="{B1284056-4757-BEC9-0511-6D6735F5680D}"/>
              </a:ext>
            </a:extLst>
          </p:cNvPr>
          <p:cNvSpPr>
            <a:spLocks noGrp="1"/>
          </p:cNvSpPr>
          <p:nvPr>
            <p:ph type="pic" sz="quarter" idx="20"/>
          </p:nvPr>
        </p:nvSpPr>
        <p:spPr>
          <a:xfrm>
            <a:off x="719139" y="2020902"/>
            <a:ext cx="2525712" cy="1238346"/>
          </a:xfrm>
          <a:solidFill>
            <a:schemeClr val="bg1">
              <a:lumMod val="85000"/>
            </a:schemeClr>
          </a:solidFill>
        </p:spPr>
        <p:txBody>
          <a:bodyPr/>
          <a:lstStyle/>
          <a:p>
            <a:endParaRPr lang="en-GB" dirty="0"/>
          </a:p>
        </p:txBody>
      </p:sp>
      <p:sp>
        <p:nvSpPr>
          <p:cNvPr id="4" name="Text Placeholder 8">
            <a:extLst>
              <a:ext uri="{FF2B5EF4-FFF2-40B4-BE49-F238E27FC236}">
                <a16:creationId xmlns:a16="http://schemas.microsoft.com/office/drawing/2014/main" id="{83A13B87-B0F7-1ED0-5574-D674BD8C5C6D}"/>
              </a:ext>
            </a:extLst>
          </p:cNvPr>
          <p:cNvSpPr>
            <a:spLocks noGrp="1"/>
          </p:cNvSpPr>
          <p:nvPr>
            <p:ph type="body" sz="quarter" idx="21"/>
          </p:nvPr>
        </p:nvSpPr>
        <p:spPr>
          <a:xfrm>
            <a:off x="3461579" y="1440000"/>
            <a:ext cx="2525819" cy="559281"/>
          </a:xfrm>
        </p:spPr>
        <p:txBody>
          <a:bodyPr>
            <a:noAutofit/>
          </a:bodyPr>
          <a:lstStyle>
            <a:lvl1pPr marL="0" indent="0">
              <a:lnSpc>
                <a:spcPct val="90000"/>
              </a:lnSpc>
              <a:buFont typeface="Arial" panose="020B0604020202020204" pitchFamily="34" charset="0"/>
              <a:buNone/>
              <a:defRPr sz="1800" b="0">
                <a:solidFill>
                  <a:schemeClr val="accent1"/>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7" name="Picture Placeholder 13">
            <a:extLst>
              <a:ext uri="{FF2B5EF4-FFF2-40B4-BE49-F238E27FC236}">
                <a16:creationId xmlns:a16="http://schemas.microsoft.com/office/drawing/2014/main" id="{C63038B4-8511-8676-3509-E6A0AC26E03B}"/>
              </a:ext>
            </a:extLst>
          </p:cNvPr>
          <p:cNvSpPr>
            <a:spLocks noGrp="1"/>
          </p:cNvSpPr>
          <p:nvPr>
            <p:ph type="pic" sz="quarter" idx="23"/>
          </p:nvPr>
        </p:nvSpPr>
        <p:spPr>
          <a:xfrm>
            <a:off x="3461579" y="2020902"/>
            <a:ext cx="2525819" cy="1238346"/>
          </a:xfrm>
          <a:solidFill>
            <a:schemeClr val="bg1">
              <a:lumMod val="85000"/>
            </a:schemeClr>
          </a:solidFill>
        </p:spPr>
        <p:txBody>
          <a:bodyPr/>
          <a:lstStyle/>
          <a:p>
            <a:endParaRPr lang="en-GB" dirty="0"/>
          </a:p>
        </p:txBody>
      </p:sp>
      <p:sp>
        <p:nvSpPr>
          <p:cNvPr id="10" name="Text Placeholder 8">
            <a:extLst>
              <a:ext uri="{FF2B5EF4-FFF2-40B4-BE49-F238E27FC236}">
                <a16:creationId xmlns:a16="http://schemas.microsoft.com/office/drawing/2014/main" id="{4F167837-719F-DE81-6F98-7BDC2A1CEF17}"/>
              </a:ext>
            </a:extLst>
          </p:cNvPr>
          <p:cNvSpPr>
            <a:spLocks noGrp="1"/>
          </p:cNvSpPr>
          <p:nvPr>
            <p:ph type="body" sz="quarter" idx="24"/>
          </p:nvPr>
        </p:nvSpPr>
        <p:spPr>
          <a:xfrm>
            <a:off x="6203638" y="1440000"/>
            <a:ext cx="2525819" cy="559281"/>
          </a:xfrm>
        </p:spPr>
        <p:txBody>
          <a:bodyPr>
            <a:noAutofit/>
          </a:bodyPr>
          <a:lstStyle>
            <a:lvl1pPr marL="0" indent="0">
              <a:lnSpc>
                <a:spcPct val="90000"/>
              </a:lnSpc>
              <a:buFont typeface="Arial" panose="020B0604020202020204" pitchFamily="34" charset="0"/>
              <a:buNone/>
              <a:defRPr sz="1800" b="0">
                <a:solidFill>
                  <a:schemeClr val="accent1"/>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13" name="Picture Placeholder 13">
            <a:extLst>
              <a:ext uri="{FF2B5EF4-FFF2-40B4-BE49-F238E27FC236}">
                <a16:creationId xmlns:a16="http://schemas.microsoft.com/office/drawing/2014/main" id="{EB652402-B3F6-8CEC-7D2C-6B8A3DCC4F3B}"/>
              </a:ext>
            </a:extLst>
          </p:cNvPr>
          <p:cNvSpPr>
            <a:spLocks noGrp="1"/>
          </p:cNvSpPr>
          <p:nvPr>
            <p:ph type="pic" sz="quarter" idx="26"/>
          </p:nvPr>
        </p:nvSpPr>
        <p:spPr>
          <a:xfrm>
            <a:off x="6203638" y="2020902"/>
            <a:ext cx="2525712" cy="1238346"/>
          </a:xfrm>
          <a:solidFill>
            <a:schemeClr val="bg1">
              <a:lumMod val="85000"/>
            </a:schemeClr>
          </a:solidFill>
        </p:spPr>
        <p:txBody>
          <a:bodyPr/>
          <a:lstStyle/>
          <a:p>
            <a:endParaRPr lang="en-GB" dirty="0"/>
          </a:p>
        </p:txBody>
      </p:sp>
      <p:sp>
        <p:nvSpPr>
          <p:cNvPr id="16" name="Text Placeholder 8">
            <a:extLst>
              <a:ext uri="{FF2B5EF4-FFF2-40B4-BE49-F238E27FC236}">
                <a16:creationId xmlns:a16="http://schemas.microsoft.com/office/drawing/2014/main" id="{F59FB178-EE5F-485E-7251-A7EE5DBABF21}"/>
              </a:ext>
            </a:extLst>
          </p:cNvPr>
          <p:cNvSpPr>
            <a:spLocks noGrp="1"/>
          </p:cNvSpPr>
          <p:nvPr>
            <p:ph type="body" sz="quarter" idx="27"/>
          </p:nvPr>
        </p:nvSpPr>
        <p:spPr>
          <a:xfrm>
            <a:off x="8945457" y="1440000"/>
            <a:ext cx="2525819" cy="559281"/>
          </a:xfrm>
        </p:spPr>
        <p:txBody>
          <a:bodyPr>
            <a:noAutofit/>
          </a:bodyPr>
          <a:lstStyle>
            <a:lvl1pPr marL="0" indent="0">
              <a:lnSpc>
                <a:spcPct val="90000"/>
              </a:lnSpc>
              <a:buFont typeface="Arial" panose="020B0604020202020204" pitchFamily="34" charset="0"/>
              <a:buNone/>
              <a:defRPr sz="1800" b="0">
                <a:solidFill>
                  <a:schemeClr val="accent1"/>
                </a:solidFill>
              </a:defRPr>
            </a:lvl1pPr>
            <a:lvl2pPr marL="0" indent="0">
              <a:buFont typeface="Arial" panose="020B0604020202020204" pitchFamily="34" charset="0"/>
              <a:buNone/>
              <a:defRPr sz="1800" b="0">
                <a:solidFill>
                  <a:schemeClr val="accent1"/>
                </a:solidFill>
              </a:defRPr>
            </a:lvl2pPr>
            <a:lvl3pPr marL="0" indent="0">
              <a:buFont typeface="Arial" panose="020B0604020202020204" pitchFamily="34" charset="0"/>
              <a:buNone/>
              <a:defRPr sz="1800" b="0">
                <a:solidFill>
                  <a:schemeClr val="accent1"/>
                </a:solidFill>
              </a:defRPr>
            </a:lvl3pPr>
            <a:lvl4pPr marL="0" indent="0">
              <a:buFont typeface="Arial" panose="020B0604020202020204" pitchFamily="34" charset="0"/>
              <a:buNone/>
              <a:defRPr sz="1800" b="0">
                <a:solidFill>
                  <a:schemeClr val="accent1"/>
                </a:solidFill>
              </a:defRPr>
            </a:lvl4pPr>
            <a:lvl5pPr marL="0" indent="0">
              <a:buNone/>
              <a:defRPr sz="1800" b="0">
                <a:solidFill>
                  <a:schemeClr val="accent1"/>
                </a:solidFill>
              </a:defRPr>
            </a:lvl5pPr>
          </a:lstStyle>
          <a:p>
            <a:pPr lvl="0"/>
            <a:r>
              <a:rPr lang="en-US" dirty="0"/>
              <a:t>Click to edit Master text styles</a:t>
            </a:r>
          </a:p>
        </p:txBody>
      </p:sp>
      <p:sp>
        <p:nvSpPr>
          <p:cNvPr id="22" name="Picture Placeholder 13">
            <a:extLst>
              <a:ext uri="{FF2B5EF4-FFF2-40B4-BE49-F238E27FC236}">
                <a16:creationId xmlns:a16="http://schemas.microsoft.com/office/drawing/2014/main" id="{9E37ED4E-334E-4CE2-EDB1-79C493458BC1}"/>
              </a:ext>
            </a:extLst>
          </p:cNvPr>
          <p:cNvSpPr>
            <a:spLocks noGrp="1"/>
          </p:cNvSpPr>
          <p:nvPr>
            <p:ph type="pic" sz="quarter" idx="29"/>
          </p:nvPr>
        </p:nvSpPr>
        <p:spPr>
          <a:xfrm>
            <a:off x="8945457" y="2020902"/>
            <a:ext cx="2525712" cy="1238346"/>
          </a:xfrm>
          <a:solidFill>
            <a:schemeClr val="bg1">
              <a:lumMod val="85000"/>
            </a:schemeClr>
          </a:solidFill>
        </p:spPr>
        <p:txBody>
          <a:bodyPr/>
          <a:lstStyle/>
          <a:p>
            <a:endParaRPr lang="en-GB" dirty="0"/>
          </a:p>
        </p:txBody>
      </p:sp>
      <p:sp>
        <p:nvSpPr>
          <p:cNvPr id="15" name="Title 14">
            <a:extLst>
              <a:ext uri="{FF2B5EF4-FFF2-40B4-BE49-F238E27FC236}">
                <a16:creationId xmlns:a16="http://schemas.microsoft.com/office/drawing/2014/main" id="{4F95ED2C-FFD5-98F9-128E-54905B70C6C3}"/>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E6D00262-98C9-620E-94BA-FEE63F8FC67E}"/>
              </a:ext>
            </a:extLst>
          </p:cNvPr>
          <p:cNvSpPr>
            <a:spLocks noGrp="1"/>
          </p:cNvSpPr>
          <p:nvPr>
            <p:ph type="sldNum" sz="quarter" idx="31"/>
          </p:nvPr>
        </p:nvSpPr>
        <p:spPr/>
        <p:txBody>
          <a:bodyPr/>
          <a:lstStyle/>
          <a:p>
            <a:fld id="{75A6CFFB-7194-4088-A46E-B1739916A60C}" type="slidenum">
              <a:rPr lang="en-GB" smtClean="0"/>
              <a:pPr/>
              <a:t>‹#›</a:t>
            </a:fld>
            <a:endParaRPr lang="en-GB" dirty="0"/>
          </a:p>
        </p:txBody>
      </p:sp>
      <p:sp>
        <p:nvSpPr>
          <p:cNvPr id="2" name="Rectangle 1">
            <a:extLst>
              <a:ext uri="{FF2B5EF4-FFF2-40B4-BE49-F238E27FC236}">
                <a16:creationId xmlns:a16="http://schemas.microsoft.com/office/drawing/2014/main" id="{ACA5FE3B-30B2-FB9C-887C-555B8F279B68}"/>
              </a:ext>
            </a:extLst>
          </p:cNvPr>
          <p:cNvSpPr>
            <a:spLocks/>
          </p:cNvSpPr>
          <p:nvPr userDrawn="1"/>
        </p:nvSpPr>
        <p:spPr>
          <a:xfrm>
            <a:off x="719999" y="3259248"/>
            <a:ext cx="2524851" cy="2878027"/>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6" name="Text Placeholder 13">
            <a:extLst>
              <a:ext uri="{FF2B5EF4-FFF2-40B4-BE49-F238E27FC236}">
                <a16:creationId xmlns:a16="http://schemas.microsoft.com/office/drawing/2014/main" id="{525BF5DF-4F94-134C-5A2D-9C7E25F0DCAD}"/>
              </a:ext>
            </a:extLst>
          </p:cNvPr>
          <p:cNvSpPr>
            <a:spLocks noGrp="1"/>
          </p:cNvSpPr>
          <p:nvPr>
            <p:ph type="body" sz="quarter" idx="22" hasCustomPrompt="1"/>
          </p:nvPr>
        </p:nvSpPr>
        <p:spPr>
          <a:xfrm>
            <a:off x="863999" y="3394814"/>
            <a:ext cx="2236851" cy="348511"/>
          </a:xfrm>
          <a:noFill/>
        </p:spPr>
        <p:txBody>
          <a:bodyPr lIns="0" tIns="0" rIns="0" bIns="0"/>
          <a:lstStyle>
            <a:lvl1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1pPr>
            <a:lvl2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2pPr>
            <a:lvl3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3pPr>
            <a:lvl4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4pPr>
            <a:lvl5pPr marL="0" indent="0" defTabSz="179388">
              <a:lnSpc>
                <a:spcPct val="100000"/>
              </a:lnSpc>
              <a:spcBef>
                <a:spcPts val="0"/>
              </a:spcBef>
              <a:spcAft>
                <a:spcPts val="0"/>
              </a:spcAft>
              <a:buNone/>
              <a:defRPr sz="1800" b="0">
                <a:solidFill>
                  <a:schemeClr val="accent2"/>
                </a:solidFill>
                <a:latin typeface="+mj-lt"/>
              </a:defRPr>
            </a:lvl5pPr>
            <a:lvl6pPr marL="0" indent="0" defTabSz="179388">
              <a:lnSpc>
                <a:spcPct val="100000"/>
              </a:lnSpc>
              <a:spcBef>
                <a:spcPts val="0"/>
              </a:spcBef>
              <a:spcAft>
                <a:spcPts val="0"/>
              </a:spcAft>
              <a:buNone/>
              <a:defRPr sz="1800" b="0">
                <a:solidFill>
                  <a:schemeClr val="accent2"/>
                </a:solidFill>
                <a:latin typeface="+mj-lt"/>
              </a:defRPr>
            </a:lvl6pPr>
            <a:lvl7pPr marL="0" indent="0" defTabSz="179388">
              <a:lnSpc>
                <a:spcPct val="100000"/>
              </a:lnSpc>
              <a:spcBef>
                <a:spcPts val="0"/>
              </a:spcBef>
              <a:spcAft>
                <a:spcPts val="0"/>
              </a:spcAft>
              <a:buNone/>
              <a:defRPr sz="1800" b="0">
                <a:solidFill>
                  <a:schemeClr val="accent2"/>
                </a:solidFill>
                <a:latin typeface="+mj-lt"/>
              </a:defRPr>
            </a:lvl7pPr>
            <a:lvl8pPr marL="0" indent="0" defTabSz="179388">
              <a:lnSpc>
                <a:spcPct val="100000"/>
              </a:lnSpc>
              <a:spcBef>
                <a:spcPts val="0"/>
              </a:spcBef>
              <a:spcAft>
                <a:spcPts val="0"/>
              </a:spcAft>
              <a:buNone/>
              <a:defRPr sz="1800" b="0">
                <a:solidFill>
                  <a:schemeClr val="accent2"/>
                </a:solidFill>
                <a:latin typeface="+mj-lt"/>
              </a:defRPr>
            </a:lvl8pPr>
            <a:lvl9pPr marL="0" indent="0" defTabSz="179388">
              <a:lnSpc>
                <a:spcPct val="100000"/>
              </a:lnSpc>
              <a:spcBef>
                <a:spcPts val="0"/>
              </a:spcBef>
              <a:spcAft>
                <a:spcPts val="0"/>
              </a:spcAft>
              <a:buNone/>
              <a:defRPr sz="1800" b="0">
                <a:solidFill>
                  <a:schemeClr val="accent2"/>
                </a:solidFill>
                <a:latin typeface="+mj-lt"/>
              </a:defRPr>
            </a:lvl9pPr>
          </a:lstStyle>
          <a:p>
            <a:pPr lvl="0"/>
            <a:r>
              <a:rPr lang="en-US" dirty="0"/>
              <a:t>Add client</a:t>
            </a:r>
            <a:endParaRPr lang="en-GB" dirty="0"/>
          </a:p>
        </p:txBody>
      </p:sp>
      <p:sp>
        <p:nvSpPr>
          <p:cNvPr id="20" name="TextBox 19">
            <a:extLst>
              <a:ext uri="{FF2B5EF4-FFF2-40B4-BE49-F238E27FC236}">
                <a16:creationId xmlns:a16="http://schemas.microsoft.com/office/drawing/2014/main" id="{3D44C2F9-EAB7-930B-F316-3DFA475DBE24}"/>
              </a:ext>
            </a:extLst>
          </p:cNvPr>
          <p:cNvSpPr txBox="1"/>
          <p:nvPr userDrawn="1"/>
        </p:nvSpPr>
        <p:spPr>
          <a:xfrm>
            <a:off x="863999" y="3771900"/>
            <a:ext cx="1228725" cy="257175"/>
          </a:xfrm>
          <a:prstGeom prst="rect">
            <a:avLst/>
          </a:prstGeom>
          <a:noFill/>
        </p:spPr>
        <p:txBody>
          <a:bodyPr wrap="square" lIns="0" tIns="0" rIns="0" bIns="0" rtlCol="0">
            <a:noAutofit/>
          </a:bodyPr>
          <a:lstStyle/>
          <a:p>
            <a:pPr algn="l"/>
            <a:r>
              <a:rPr lang="en-GB" sz="1400" b="1" dirty="0">
                <a:solidFill>
                  <a:schemeClr val="accent1"/>
                </a:solidFill>
                <a:latin typeface="+mj-lt"/>
              </a:rPr>
              <a:t>Role</a:t>
            </a:r>
          </a:p>
        </p:txBody>
      </p:sp>
      <p:sp>
        <p:nvSpPr>
          <p:cNvPr id="12" name="Text Placeholder 13">
            <a:extLst>
              <a:ext uri="{FF2B5EF4-FFF2-40B4-BE49-F238E27FC236}">
                <a16:creationId xmlns:a16="http://schemas.microsoft.com/office/drawing/2014/main" id="{8EF593FE-344E-E649-E5E3-F2F8DA5B5B0C}"/>
              </a:ext>
            </a:extLst>
          </p:cNvPr>
          <p:cNvSpPr>
            <a:spLocks noGrp="1"/>
          </p:cNvSpPr>
          <p:nvPr>
            <p:ph type="body" sz="quarter" idx="25"/>
          </p:nvPr>
        </p:nvSpPr>
        <p:spPr>
          <a:xfrm>
            <a:off x="863999" y="4101989"/>
            <a:ext cx="2236851" cy="1891285"/>
          </a:xfrm>
          <a:noFill/>
        </p:spPr>
        <p:txBody>
          <a:bodyPr lIns="0" tIns="0" rIns="0" bIns="0"/>
          <a:lstStyle>
            <a:lvl1pPr>
              <a:lnSpc>
                <a:spcPct val="105000"/>
              </a:lnSpc>
              <a:spcBef>
                <a:spcPts val="0"/>
              </a:spcBef>
              <a:spcAft>
                <a:spcPts val="1200"/>
              </a:spcAft>
              <a:defRPr sz="1200" b="0">
                <a:solidFill>
                  <a:schemeClr val="tx2"/>
                </a:solidFill>
                <a:latin typeface="+mn-lt"/>
              </a:defRPr>
            </a:lvl1pPr>
            <a:lvl2pPr marL="18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2pPr>
            <a:lvl3pPr marL="36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3pPr>
            <a:lvl4pPr marL="540000" indent="-180000">
              <a:lnSpc>
                <a:spcPct val="105000"/>
              </a:lnSpc>
              <a:spcBef>
                <a:spcPts val="0"/>
              </a:spcBef>
              <a:spcAft>
                <a:spcPts val="600"/>
              </a:spcAft>
              <a:buClr>
                <a:schemeClr val="accent2"/>
              </a:buClr>
              <a:buSzPct val="80000"/>
              <a:buFont typeface="Wingdings" panose="05000000000000000000" pitchFamily="2" charset="2"/>
              <a:buChar char="n"/>
              <a:defRPr sz="1200"/>
            </a:lvl4pPr>
            <a:lvl5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5pPr>
            <a:lvl6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6pPr>
            <a:lvl7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7pPr>
            <a:lvl8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8pPr>
            <a:lvl9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23" name="Rectangle 22">
            <a:extLst>
              <a:ext uri="{FF2B5EF4-FFF2-40B4-BE49-F238E27FC236}">
                <a16:creationId xmlns:a16="http://schemas.microsoft.com/office/drawing/2014/main" id="{49784DB8-09A1-1ECA-134F-A268CD3F665D}"/>
              </a:ext>
            </a:extLst>
          </p:cNvPr>
          <p:cNvSpPr>
            <a:spLocks/>
          </p:cNvSpPr>
          <p:nvPr userDrawn="1"/>
        </p:nvSpPr>
        <p:spPr>
          <a:xfrm>
            <a:off x="3462547" y="3259248"/>
            <a:ext cx="2524851" cy="2878027"/>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24" name="Text Placeholder 13">
            <a:extLst>
              <a:ext uri="{FF2B5EF4-FFF2-40B4-BE49-F238E27FC236}">
                <a16:creationId xmlns:a16="http://schemas.microsoft.com/office/drawing/2014/main" id="{30017925-E63E-A284-75EF-1887E256C995}"/>
              </a:ext>
            </a:extLst>
          </p:cNvPr>
          <p:cNvSpPr>
            <a:spLocks noGrp="1"/>
          </p:cNvSpPr>
          <p:nvPr>
            <p:ph type="body" sz="quarter" idx="32" hasCustomPrompt="1"/>
          </p:nvPr>
        </p:nvSpPr>
        <p:spPr>
          <a:xfrm>
            <a:off x="3606547" y="3394814"/>
            <a:ext cx="2236851" cy="348511"/>
          </a:xfrm>
          <a:noFill/>
        </p:spPr>
        <p:txBody>
          <a:bodyPr lIns="0" tIns="0" rIns="0" bIns="0"/>
          <a:lstStyle>
            <a:lvl1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1pPr>
            <a:lvl2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2pPr>
            <a:lvl3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3pPr>
            <a:lvl4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4pPr>
            <a:lvl5pPr marL="0" indent="0" defTabSz="179388">
              <a:lnSpc>
                <a:spcPct val="100000"/>
              </a:lnSpc>
              <a:spcBef>
                <a:spcPts val="0"/>
              </a:spcBef>
              <a:spcAft>
                <a:spcPts val="0"/>
              </a:spcAft>
              <a:buNone/>
              <a:defRPr sz="1800" b="0">
                <a:solidFill>
                  <a:schemeClr val="accent2"/>
                </a:solidFill>
                <a:latin typeface="+mj-lt"/>
              </a:defRPr>
            </a:lvl5pPr>
            <a:lvl6pPr marL="0" indent="0" defTabSz="179388">
              <a:lnSpc>
                <a:spcPct val="100000"/>
              </a:lnSpc>
              <a:spcBef>
                <a:spcPts val="0"/>
              </a:spcBef>
              <a:spcAft>
                <a:spcPts val="0"/>
              </a:spcAft>
              <a:buNone/>
              <a:defRPr sz="1800" b="0">
                <a:solidFill>
                  <a:schemeClr val="accent2"/>
                </a:solidFill>
                <a:latin typeface="+mj-lt"/>
              </a:defRPr>
            </a:lvl6pPr>
            <a:lvl7pPr marL="0" indent="0" defTabSz="179388">
              <a:lnSpc>
                <a:spcPct val="100000"/>
              </a:lnSpc>
              <a:spcBef>
                <a:spcPts val="0"/>
              </a:spcBef>
              <a:spcAft>
                <a:spcPts val="0"/>
              </a:spcAft>
              <a:buNone/>
              <a:defRPr sz="1800" b="0">
                <a:solidFill>
                  <a:schemeClr val="accent2"/>
                </a:solidFill>
                <a:latin typeface="+mj-lt"/>
              </a:defRPr>
            </a:lvl7pPr>
            <a:lvl8pPr marL="0" indent="0" defTabSz="179388">
              <a:lnSpc>
                <a:spcPct val="100000"/>
              </a:lnSpc>
              <a:spcBef>
                <a:spcPts val="0"/>
              </a:spcBef>
              <a:spcAft>
                <a:spcPts val="0"/>
              </a:spcAft>
              <a:buNone/>
              <a:defRPr sz="1800" b="0">
                <a:solidFill>
                  <a:schemeClr val="accent2"/>
                </a:solidFill>
                <a:latin typeface="+mj-lt"/>
              </a:defRPr>
            </a:lvl8pPr>
            <a:lvl9pPr marL="0" indent="0" defTabSz="179388">
              <a:lnSpc>
                <a:spcPct val="100000"/>
              </a:lnSpc>
              <a:spcBef>
                <a:spcPts val="0"/>
              </a:spcBef>
              <a:spcAft>
                <a:spcPts val="0"/>
              </a:spcAft>
              <a:buNone/>
              <a:defRPr sz="1800" b="0">
                <a:solidFill>
                  <a:schemeClr val="accent2"/>
                </a:solidFill>
                <a:latin typeface="+mj-lt"/>
              </a:defRPr>
            </a:lvl9pPr>
          </a:lstStyle>
          <a:p>
            <a:pPr lvl="0"/>
            <a:r>
              <a:rPr lang="en-US" dirty="0"/>
              <a:t>Add client</a:t>
            </a:r>
            <a:endParaRPr lang="en-GB" dirty="0"/>
          </a:p>
        </p:txBody>
      </p:sp>
      <p:sp>
        <p:nvSpPr>
          <p:cNvPr id="25" name="TextBox 24">
            <a:extLst>
              <a:ext uri="{FF2B5EF4-FFF2-40B4-BE49-F238E27FC236}">
                <a16:creationId xmlns:a16="http://schemas.microsoft.com/office/drawing/2014/main" id="{33F7FC1E-0CB8-39D7-6F94-2E465199ECA9}"/>
              </a:ext>
            </a:extLst>
          </p:cNvPr>
          <p:cNvSpPr txBox="1"/>
          <p:nvPr userDrawn="1"/>
        </p:nvSpPr>
        <p:spPr>
          <a:xfrm>
            <a:off x="3606547" y="3771900"/>
            <a:ext cx="1228725" cy="257175"/>
          </a:xfrm>
          <a:prstGeom prst="rect">
            <a:avLst/>
          </a:prstGeom>
          <a:noFill/>
        </p:spPr>
        <p:txBody>
          <a:bodyPr wrap="square" lIns="0" tIns="0" rIns="0" bIns="0" rtlCol="0">
            <a:noAutofit/>
          </a:bodyPr>
          <a:lstStyle/>
          <a:p>
            <a:pPr algn="l"/>
            <a:r>
              <a:rPr lang="en-GB" sz="1400" b="1" dirty="0">
                <a:solidFill>
                  <a:schemeClr val="accent1"/>
                </a:solidFill>
                <a:latin typeface="+mj-lt"/>
              </a:rPr>
              <a:t>Role</a:t>
            </a:r>
          </a:p>
        </p:txBody>
      </p:sp>
      <p:sp>
        <p:nvSpPr>
          <p:cNvPr id="26" name="Text Placeholder 13">
            <a:extLst>
              <a:ext uri="{FF2B5EF4-FFF2-40B4-BE49-F238E27FC236}">
                <a16:creationId xmlns:a16="http://schemas.microsoft.com/office/drawing/2014/main" id="{60421BFD-9173-AC70-0534-53218E10CE75}"/>
              </a:ext>
            </a:extLst>
          </p:cNvPr>
          <p:cNvSpPr>
            <a:spLocks noGrp="1"/>
          </p:cNvSpPr>
          <p:nvPr>
            <p:ph type="body" sz="quarter" idx="33"/>
          </p:nvPr>
        </p:nvSpPr>
        <p:spPr>
          <a:xfrm>
            <a:off x="3606547" y="4101989"/>
            <a:ext cx="2236851" cy="1891285"/>
          </a:xfrm>
          <a:noFill/>
        </p:spPr>
        <p:txBody>
          <a:bodyPr lIns="0" tIns="0" rIns="0" bIns="0"/>
          <a:lstStyle>
            <a:lvl1pPr>
              <a:lnSpc>
                <a:spcPct val="105000"/>
              </a:lnSpc>
              <a:spcBef>
                <a:spcPts val="0"/>
              </a:spcBef>
              <a:spcAft>
                <a:spcPts val="1200"/>
              </a:spcAft>
              <a:defRPr sz="1200" b="0">
                <a:solidFill>
                  <a:schemeClr val="tx2"/>
                </a:solidFill>
                <a:latin typeface="+mn-lt"/>
              </a:defRPr>
            </a:lvl1pPr>
            <a:lvl2pPr marL="18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2pPr>
            <a:lvl3pPr marL="36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3pPr>
            <a:lvl4pPr marL="540000" indent="-180000">
              <a:lnSpc>
                <a:spcPct val="105000"/>
              </a:lnSpc>
              <a:spcBef>
                <a:spcPts val="0"/>
              </a:spcBef>
              <a:spcAft>
                <a:spcPts val="600"/>
              </a:spcAft>
              <a:buClr>
                <a:schemeClr val="accent2"/>
              </a:buClr>
              <a:buSzPct val="80000"/>
              <a:buFont typeface="Wingdings" panose="05000000000000000000" pitchFamily="2" charset="2"/>
              <a:buChar char="n"/>
              <a:defRPr sz="1200"/>
            </a:lvl4pPr>
            <a:lvl5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5pPr>
            <a:lvl6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6pPr>
            <a:lvl7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7pPr>
            <a:lvl8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8pPr>
            <a:lvl9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27" name="Rectangle 26">
            <a:extLst>
              <a:ext uri="{FF2B5EF4-FFF2-40B4-BE49-F238E27FC236}">
                <a16:creationId xmlns:a16="http://schemas.microsoft.com/office/drawing/2014/main" id="{15C63931-9F03-CE99-45BA-73B4D6D2A4E6}"/>
              </a:ext>
            </a:extLst>
          </p:cNvPr>
          <p:cNvSpPr>
            <a:spLocks/>
          </p:cNvSpPr>
          <p:nvPr userDrawn="1"/>
        </p:nvSpPr>
        <p:spPr>
          <a:xfrm>
            <a:off x="6204499" y="3259248"/>
            <a:ext cx="2524851" cy="2878027"/>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28" name="Text Placeholder 13">
            <a:extLst>
              <a:ext uri="{FF2B5EF4-FFF2-40B4-BE49-F238E27FC236}">
                <a16:creationId xmlns:a16="http://schemas.microsoft.com/office/drawing/2014/main" id="{61482763-2CCE-4474-30BA-DD7E9974020F}"/>
              </a:ext>
            </a:extLst>
          </p:cNvPr>
          <p:cNvSpPr>
            <a:spLocks noGrp="1"/>
          </p:cNvSpPr>
          <p:nvPr>
            <p:ph type="body" sz="quarter" idx="34" hasCustomPrompt="1"/>
          </p:nvPr>
        </p:nvSpPr>
        <p:spPr>
          <a:xfrm>
            <a:off x="6348499" y="3394814"/>
            <a:ext cx="2236851" cy="348511"/>
          </a:xfrm>
          <a:noFill/>
        </p:spPr>
        <p:txBody>
          <a:bodyPr lIns="0" tIns="0" rIns="0" bIns="0"/>
          <a:lstStyle>
            <a:lvl1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1pPr>
            <a:lvl2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2pPr>
            <a:lvl3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3pPr>
            <a:lvl4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4pPr>
            <a:lvl5pPr marL="0" indent="0" defTabSz="179388">
              <a:lnSpc>
                <a:spcPct val="100000"/>
              </a:lnSpc>
              <a:spcBef>
                <a:spcPts val="0"/>
              </a:spcBef>
              <a:spcAft>
                <a:spcPts val="0"/>
              </a:spcAft>
              <a:buNone/>
              <a:defRPr sz="1800" b="0">
                <a:solidFill>
                  <a:schemeClr val="accent2"/>
                </a:solidFill>
                <a:latin typeface="+mj-lt"/>
              </a:defRPr>
            </a:lvl5pPr>
            <a:lvl6pPr marL="0" indent="0" defTabSz="179388">
              <a:lnSpc>
                <a:spcPct val="100000"/>
              </a:lnSpc>
              <a:spcBef>
                <a:spcPts val="0"/>
              </a:spcBef>
              <a:spcAft>
                <a:spcPts val="0"/>
              </a:spcAft>
              <a:buNone/>
              <a:defRPr sz="1800" b="0">
                <a:solidFill>
                  <a:schemeClr val="accent2"/>
                </a:solidFill>
                <a:latin typeface="+mj-lt"/>
              </a:defRPr>
            </a:lvl6pPr>
            <a:lvl7pPr marL="0" indent="0" defTabSz="179388">
              <a:lnSpc>
                <a:spcPct val="100000"/>
              </a:lnSpc>
              <a:spcBef>
                <a:spcPts val="0"/>
              </a:spcBef>
              <a:spcAft>
                <a:spcPts val="0"/>
              </a:spcAft>
              <a:buNone/>
              <a:defRPr sz="1800" b="0">
                <a:solidFill>
                  <a:schemeClr val="accent2"/>
                </a:solidFill>
                <a:latin typeface="+mj-lt"/>
              </a:defRPr>
            </a:lvl7pPr>
            <a:lvl8pPr marL="0" indent="0" defTabSz="179388">
              <a:lnSpc>
                <a:spcPct val="100000"/>
              </a:lnSpc>
              <a:spcBef>
                <a:spcPts val="0"/>
              </a:spcBef>
              <a:spcAft>
                <a:spcPts val="0"/>
              </a:spcAft>
              <a:buNone/>
              <a:defRPr sz="1800" b="0">
                <a:solidFill>
                  <a:schemeClr val="accent2"/>
                </a:solidFill>
                <a:latin typeface="+mj-lt"/>
              </a:defRPr>
            </a:lvl8pPr>
            <a:lvl9pPr marL="0" indent="0" defTabSz="179388">
              <a:lnSpc>
                <a:spcPct val="100000"/>
              </a:lnSpc>
              <a:spcBef>
                <a:spcPts val="0"/>
              </a:spcBef>
              <a:spcAft>
                <a:spcPts val="0"/>
              </a:spcAft>
              <a:buNone/>
              <a:defRPr sz="1800" b="0">
                <a:solidFill>
                  <a:schemeClr val="accent2"/>
                </a:solidFill>
                <a:latin typeface="+mj-lt"/>
              </a:defRPr>
            </a:lvl9pPr>
          </a:lstStyle>
          <a:p>
            <a:pPr lvl="0"/>
            <a:r>
              <a:rPr lang="en-US" dirty="0"/>
              <a:t>Add client</a:t>
            </a:r>
            <a:endParaRPr lang="en-GB" dirty="0"/>
          </a:p>
        </p:txBody>
      </p:sp>
      <p:sp>
        <p:nvSpPr>
          <p:cNvPr id="29" name="TextBox 28">
            <a:extLst>
              <a:ext uri="{FF2B5EF4-FFF2-40B4-BE49-F238E27FC236}">
                <a16:creationId xmlns:a16="http://schemas.microsoft.com/office/drawing/2014/main" id="{9184EA74-79D2-C793-3104-3E631395AA51}"/>
              </a:ext>
            </a:extLst>
          </p:cNvPr>
          <p:cNvSpPr txBox="1"/>
          <p:nvPr userDrawn="1"/>
        </p:nvSpPr>
        <p:spPr>
          <a:xfrm>
            <a:off x="6348499" y="3771900"/>
            <a:ext cx="1228725" cy="257175"/>
          </a:xfrm>
          <a:prstGeom prst="rect">
            <a:avLst/>
          </a:prstGeom>
          <a:noFill/>
        </p:spPr>
        <p:txBody>
          <a:bodyPr wrap="square" lIns="0" tIns="0" rIns="0" bIns="0" rtlCol="0">
            <a:noAutofit/>
          </a:bodyPr>
          <a:lstStyle/>
          <a:p>
            <a:pPr algn="l"/>
            <a:r>
              <a:rPr lang="en-GB" sz="1400" b="1" dirty="0">
                <a:solidFill>
                  <a:schemeClr val="accent1"/>
                </a:solidFill>
                <a:latin typeface="+mj-lt"/>
              </a:rPr>
              <a:t>Role</a:t>
            </a:r>
          </a:p>
        </p:txBody>
      </p:sp>
      <p:sp>
        <p:nvSpPr>
          <p:cNvPr id="30" name="Text Placeholder 13">
            <a:extLst>
              <a:ext uri="{FF2B5EF4-FFF2-40B4-BE49-F238E27FC236}">
                <a16:creationId xmlns:a16="http://schemas.microsoft.com/office/drawing/2014/main" id="{A89CFF86-1231-8BAA-9B0E-A711B13D40B0}"/>
              </a:ext>
            </a:extLst>
          </p:cNvPr>
          <p:cNvSpPr>
            <a:spLocks noGrp="1"/>
          </p:cNvSpPr>
          <p:nvPr>
            <p:ph type="body" sz="quarter" idx="35"/>
          </p:nvPr>
        </p:nvSpPr>
        <p:spPr>
          <a:xfrm>
            <a:off x="6348499" y="4101989"/>
            <a:ext cx="2236851" cy="1891285"/>
          </a:xfrm>
          <a:noFill/>
        </p:spPr>
        <p:txBody>
          <a:bodyPr lIns="0" tIns="0" rIns="0" bIns="0"/>
          <a:lstStyle>
            <a:lvl1pPr>
              <a:lnSpc>
                <a:spcPct val="105000"/>
              </a:lnSpc>
              <a:spcBef>
                <a:spcPts val="0"/>
              </a:spcBef>
              <a:spcAft>
                <a:spcPts val="1200"/>
              </a:spcAft>
              <a:defRPr sz="1200" b="0">
                <a:solidFill>
                  <a:schemeClr val="tx2"/>
                </a:solidFill>
                <a:latin typeface="+mn-lt"/>
              </a:defRPr>
            </a:lvl1pPr>
            <a:lvl2pPr marL="18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2pPr>
            <a:lvl3pPr marL="36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3pPr>
            <a:lvl4pPr marL="540000" indent="-180000">
              <a:lnSpc>
                <a:spcPct val="105000"/>
              </a:lnSpc>
              <a:spcBef>
                <a:spcPts val="0"/>
              </a:spcBef>
              <a:spcAft>
                <a:spcPts val="600"/>
              </a:spcAft>
              <a:buClr>
                <a:schemeClr val="accent2"/>
              </a:buClr>
              <a:buSzPct val="80000"/>
              <a:buFont typeface="Wingdings" panose="05000000000000000000" pitchFamily="2" charset="2"/>
              <a:buChar char="n"/>
              <a:defRPr sz="1200"/>
            </a:lvl4pPr>
            <a:lvl5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5pPr>
            <a:lvl6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6pPr>
            <a:lvl7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7pPr>
            <a:lvl8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8pPr>
            <a:lvl9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31" name="Rectangle 30">
            <a:extLst>
              <a:ext uri="{FF2B5EF4-FFF2-40B4-BE49-F238E27FC236}">
                <a16:creationId xmlns:a16="http://schemas.microsoft.com/office/drawing/2014/main" id="{4180A23B-2B9C-E861-4E41-EB85645AB52F}"/>
              </a:ext>
            </a:extLst>
          </p:cNvPr>
          <p:cNvSpPr>
            <a:spLocks/>
          </p:cNvSpPr>
          <p:nvPr userDrawn="1"/>
        </p:nvSpPr>
        <p:spPr>
          <a:xfrm>
            <a:off x="8943975" y="3259248"/>
            <a:ext cx="2524851" cy="2878027"/>
          </a:xfrm>
          <a:prstGeom prst="rect">
            <a:avLst/>
          </a:prstGeom>
          <a:solidFill>
            <a:srgbClr val="E5F5FB"/>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GB" sz="1400" dirty="0">
              <a:latin typeface="+mj-lt"/>
            </a:endParaRPr>
          </a:p>
        </p:txBody>
      </p:sp>
      <p:sp>
        <p:nvSpPr>
          <p:cNvPr id="32" name="Text Placeholder 13">
            <a:extLst>
              <a:ext uri="{FF2B5EF4-FFF2-40B4-BE49-F238E27FC236}">
                <a16:creationId xmlns:a16="http://schemas.microsoft.com/office/drawing/2014/main" id="{02FEB0F9-12CB-BA60-9478-ACD057873B7C}"/>
              </a:ext>
            </a:extLst>
          </p:cNvPr>
          <p:cNvSpPr>
            <a:spLocks noGrp="1"/>
          </p:cNvSpPr>
          <p:nvPr>
            <p:ph type="body" sz="quarter" idx="36" hasCustomPrompt="1"/>
          </p:nvPr>
        </p:nvSpPr>
        <p:spPr>
          <a:xfrm>
            <a:off x="9087975" y="3394814"/>
            <a:ext cx="2236851" cy="348511"/>
          </a:xfrm>
          <a:noFill/>
        </p:spPr>
        <p:txBody>
          <a:bodyPr lIns="0" tIns="0" rIns="0" bIns="0"/>
          <a:lstStyle>
            <a:lvl1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1pPr>
            <a:lvl2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2pPr>
            <a:lvl3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3pPr>
            <a:lvl4pPr marL="0" indent="0" defTabSz="179388">
              <a:lnSpc>
                <a:spcPct val="100000"/>
              </a:lnSpc>
              <a:spcBef>
                <a:spcPts val="0"/>
              </a:spcBef>
              <a:spcAft>
                <a:spcPts val="0"/>
              </a:spcAft>
              <a:buFont typeface="Arial" panose="020B0604020202020204" pitchFamily="34" charset="0"/>
              <a:buNone/>
              <a:defRPr sz="1800" b="0">
                <a:solidFill>
                  <a:schemeClr val="accent2"/>
                </a:solidFill>
                <a:latin typeface="+mj-lt"/>
              </a:defRPr>
            </a:lvl4pPr>
            <a:lvl5pPr marL="0" indent="0" defTabSz="179388">
              <a:lnSpc>
                <a:spcPct val="100000"/>
              </a:lnSpc>
              <a:spcBef>
                <a:spcPts val="0"/>
              </a:spcBef>
              <a:spcAft>
                <a:spcPts val="0"/>
              </a:spcAft>
              <a:buNone/>
              <a:defRPr sz="1800" b="0">
                <a:solidFill>
                  <a:schemeClr val="accent2"/>
                </a:solidFill>
                <a:latin typeface="+mj-lt"/>
              </a:defRPr>
            </a:lvl5pPr>
            <a:lvl6pPr marL="0" indent="0" defTabSz="179388">
              <a:lnSpc>
                <a:spcPct val="100000"/>
              </a:lnSpc>
              <a:spcBef>
                <a:spcPts val="0"/>
              </a:spcBef>
              <a:spcAft>
                <a:spcPts val="0"/>
              </a:spcAft>
              <a:buNone/>
              <a:defRPr sz="1800" b="0">
                <a:solidFill>
                  <a:schemeClr val="accent2"/>
                </a:solidFill>
                <a:latin typeface="+mj-lt"/>
              </a:defRPr>
            </a:lvl6pPr>
            <a:lvl7pPr marL="0" indent="0" defTabSz="179388">
              <a:lnSpc>
                <a:spcPct val="100000"/>
              </a:lnSpc>
              <a:spcBef>
                <a:spcPts val="0"/>
              </a:spcBef>
              <a:spcAft>
                <a:spcPts val="0"/>
              </a:spcAft>
              <a:buNone/>
              <a:defRPr sz="1800" b="0">
                <a:solidFill>
                  <a:schemeClr val="accent2"/>
                </a:solidFill>
                <a:latin typeface="+mj-lt"/>
              </a:defRPr>
            </a:lvl7pPr>
            <a:lvl8pPr marL="0" indent="0" defTabSz="179388">
              <a:lnSpc>
                <a:spcPct val="100000"/>
              </a:lnSpc>
              <a:spcBef>
                <a:spcPts val="0"/>
              </a:spcBef>
              <a:spcAft>
                <a:spcPts val="0"/>
              </a:spcAft>
              <a:buNone/>
              <a:defRPr sz="1800" b="0">
                <a:solidFill>
                  <a:schemeClr val="accent2"/>
                </a:solidFill>
                <a:latin typeface="+mj-lt"/>
              </a:defRPr>
            </a:lvl8pPr>
            <a:lvl9pPr marL="0" indent="0" defTabSz="179388">
              <a:lnSpc>
                <a:spcPct val="100000"/>
              </a:lnSpc>
              <a:spcBef>
                <a:spcPts val="0"/>
              </a:spcBef>
              <a:spcAft>
                <a:spcPts val="0"/>
              </a:spcAft>
              <a:buNone/>
              <a:defRPr sz="1800" b="0">
                <a:solidFill>
                  <a:schemeClr val="accent2"/>
                </a:solidFill>
                <a:latin typeface="+mj-lt"/>
              </a:defRPr>
            </a:lvl9pPr>
          </a:lstStyle>
          <a:p>
            <a:pPr lvl="0"/>
            <a:r>
              <a:rPr lang="en-US" dirty="0"/>
              <a:t>Add client</a:t>
            </a:r>
            <a:endParaRPr lang="en-GB" dirty="0"/>
          </a:p>
        </p:txBody>
      </p:sp>
      <p:sp>
        <p:nvSpPr>
          <p:cNvPr id="33" name="TextBox 32">
            <a:extLst>
              <a:ext uri="{FF2B5EF4-FFF2-40B4-BE49-F238E27FC236}">
                <a16:creationId xmlns:a16="http://schemas.microsoft.com/office/drawing/2014/main" id="{AC1E7B67-5016-10F8-08D3-B1AACC2CA20A}"/>
              </a:ext>
            </a:extLst>
          </p:cNvPr>
          <p:cNvSpPr txBox="1"/>
          <p:nvPr userDrawn="1"/>
        </p:nvSpPr>
        <p:spPr>
          <a:xfrm>
            <a:off x="9087975" y="3771900"/>
            <a:ext cx="1228725" cy="257175"/>
          </a:xfrm>
          <a:prstGeom prst="rect">
            <a:avLst/>
          </a:prstGeom>
          <a:noFill/>
        </p:spPr>
        <p:txBody>
          <a:bodyPr wrap="square" lIns="0" tIns="0" rIns="0" bIns="0" rtlCol="0">
            <a:noAutofit/>
          </a:bodyPr>
          <a:lstStyle/>
          <a:p>
            <a:pPr algn="l"/>
            <a:r>
              <a:rPr lang="en-GB" sz="1400" b="1" dirty="0">
                <a:solidFill>
                  <a:schemeClr val="accent1"/>
                </a:solidFill>
                <a:latin typeface="+mj-lt"/>
              </a:rPr>
              <a:t>Role</a:t>
            </a:r>
          </a:p>
        </p:txBody>
      </p:sp>
      <p:sp>
        <p:nvSpPr>
          <p:cNvPr id="34" name="Text Placeholder 13">
            <a:extLst>
              <a:ext uri="{FF2B5EF4-FFF2-40B4-BE49-F238E27FC236}">
                <a16:creationId xmlns:a16="http://schemas.microsoft.com/office/drawing/2014/main" id="{44300E44-3CD9-55FD-DE88-1AE78966E804}"/>
              </a:ext>
            </a:extLst>
          </p:cNvPr>
          <p:cNvSpPr>
            <a:spLocks noGrp="1"/>
          </p:cNvSpPr>
          <p:nvPr>
            <p:ph type="body" sz="quarter" idx="37"/>
          </p:nvPr>
        </p:nvSpPr>
        <p:spPr>
          <a:xfrm>
            <a:off x="9087975" y="4101989"/>
            <a:ext cx="2236851" cy="1891285"/>
          </a:xfrm>
          <a:noFill/>
        </p:spPr>
        <p:txBody>
          <a:bodyPr lIns="0" tIns="0" rIns="0" bIns="0"/>
          <a:lstStyle>
            <a:lvl1pPr>
              <a:lnSpc>
                <a:spcPct val="105000"/>
              </a:lnSpc>
              <a:spcBef>
                <a:spcPts val="0"/>
              </a:spcBef>
              <a:spcAft>
                <a:spcPts val="1200"/>
              </a:spcAft>
              <a:defRPr sz="1200" b="0">
                <a:solidFill>
                  <a:schemeClr val="tx2"/>
                </a:solidFill>
                <a:latin typeface="+mn-lt"/>
              </a:defRPr>
            </a:lvl1pPr>
            <a:lvl2pPr marL="18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2pPr>
            <a:lvl3pPr marL="360000" indent="-180000">
              <a:lnSpc>
                <a:spcPct val="105000"/>
              </a:lnSpc>
              <a:spcBef>
                <a:spcPts val="0"/>
              </a:spcBef>
              <a:spcAft>
                <a:spcPts val="600"/>
              </a:spcAft>
              <a:buClr>
                <a:schemeClr val="accent2"/>
              </a:buClr>
              <a:buSzPct val="80000"/>
              <a:buFont typeface="Wingdings" panose="05000000000000000000" pitchFamily="2" charset="2"/>
              <a:buChar char="n"/>
              <a:defRPr sz="1200" b="0">
                <a:solidFill>
                  <a:schemeClr val="tx2"/>
                </a:solidFill>
                <a:latin typeface="+mn-lt"/>
              </a:defRPr>
            </a:lvl3pPr>
            <a:lvl4pPr marL="540000" indent="-180000">
              <a:lnSpc>
                <a:spcPct val="105000"/>
              </a:lnSpc>
              <a:spcBef>
                <a:spcPts val="0"/>
              </a:spcBef>
              <a:spcAft>
                <a:spcPts val="600"/>
              </a:spcAft>
              <a:buClr>
                <a:schemeClr val="accent2"/>
              </a:buClr>
              <a:buSzPct val="80000"/>
              <a:buFont typeface="Wingdings" panose="05000000000000000000" pitchFamily="2" charset="2"/>
              <a:buChar char="n"/>
              <a:defRPr sz="1200"/>
            </a:lvl4pPr>
            <a:lvl5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5pPr>
            <a:lvl6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6pPr>
            <a:lvl7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7pPr>
            <a:lvl8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8pPr>
            <a:lvl9pPr marL="720000" indent="-180000">
              <a:lnSpc>
                <a:spcPct val="105000"/>
              </a:lnSpc>
              <a:spcBef>
                <a:spcPts val="0"/>
              </a:spcBef>
              <a:spcAft>
                <a:spcPts val="600"/>
              </a:spcAft>
              <a:buClr>
                <a:schemeClr val="accent2"/>
              </a:buClr>
              <a:buSzPct val="80000"/>
              <a:buFont typeface="Wingdings" panose="05000000000000000000" pitchFamily="2" charset="2"/>
              <a:buChar char="n"/>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11" name="Footer Placeholder 10">
            <a:extLst>
              <a:ext uri="{FF2B5EF4-FFF2-40B4-BE49-F238E27FC236}">
                <a16:creationId xmlns:a16="http://schemas.microsoft.com/office/drawing/2014/main" id="{D390E8F9-6BF2-F251-957E-83BDDBC97D49}"/>
              </a:ext>
            </a:extLst>
          </p:cNvPr>
          <p:cNvSpPr>
            <a:spLocks noGrp="1"/>
          </p:cNvSpPr>
          <p:nvPr>
            <p:ph type="ftr" sz="quarter" idx="39"/>
          </p:nvPr>
        </p:nvSpPr>
        <p:spPr/>
        <p:txBody>
          <a:bodyPr/>
          <a:lstStyle/>
          <a:p>
            <a:r>
              <a:rPr lang="en-GB"/>
              <a:t>Confidential</a:t>
            </a:r>
            <a:endParaRPr lang="en-GB" dirty="0"/>
          </a:p>
        </p:txBody>
      </p:sp>
    </p:spTree>
    <p:extLst>
      <p:ext uri="{BB962C8B-B14F-4D97-AF65-F5344CB8AC3E}">
        <p14:creationId xmlns:p14="http://schemas.microsoft.com/office/powerpoint/2010/main" val="1821218788"/>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044" userDrawn="1">
          <p15:clr>
            <a:srgbClr val="FF96FF"/>
          </p15:clr>
        </p15:guide>
        <p15:guide id="7" pos="2180" userDrawn="1">
          <p15:clr>
            <a:srgbClr val="FF96FF"/>
          </p15:clr>
        </p15:guide>
        <p15:guide id="8" pos="3771" userDrawn="1">
          <p15:clr>
            <a:srgbClr val="FF96FF"/>
          </p15:clr>
        </p15:guide>
        <p15:guide id="9" pos="3907" userDrawn="1">
          <p15:clr>
            <a:srgbClr val="FF96FF"/>
          </p15:clr>
        </p15:guide>
        <p15:guide id="10" pos="5498" userDrawn="1">
          <p15:clr>
            <a:srgbClr val="FF96FF"/>
          </p15:clr>
        </p15:guide>
        <p15:guide id="11" pos="5634" userDrawn="1">
          <p15:clr>
            <a:srgbClr val="FF96FF"/>
          </p15:clr>
        </p15:guide>
        <p15:guide id="12" pos="7226" userDrawn="1">
          <p15:clr>
            <a:srgbClr val="FF96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ighlights 1">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2" name="Text Placeholder 11">
            <a:extLst>
              <a:ext uri="{FF2B5EF4-FFF2-40B4-BE49-F238E27FC236}">
                <a16:creationId xmlns:a16="http://schemas.microsoft.com/office/drawing/2014/main" id="{D53E6B0A-E261-FFE5-1FEA-21AD79AF7C5E}"/>
              </a:ext>
            </a:extLst>
          </p:cNvPr>
          <p:cNvSpPr>
            <a:spLocks noGrp="1"/>
          </p:cNvSpPr>
          <p:nvPr>
            <p:ph type="body" sz="quarter" idx="19" hasCustomPrompt="1"/>
          </p:nvPr>
        </p:nvSpPr>
        <p:spPr>
          <a:xfrm>
            <a:off x="719138" y="2648059"/>
            <a:ext cx="34401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15" name="Text Placeholder 11">
            <a:extLst>
              <a:ext uri="{FF2B5EF4-FFF2-40B4-BE49-F238E27FC236}">
                <a16:creationId xmlns:a16="http://schemas.microsoft.com/office/drawing/2014/main" id="{37D0C4AC-92FE-041F-AC8C-919257AFA4FB}"/>
              </a:ext>
            </a:extLst>
          </p:cNvPr>
          <p:cNvSpPr>
            <a:spLocks noGrp="1"/>
          </p:cNvSpPr>
          <p:nvPr>
            <p:ph type="body" sz="quarter" idx="22" hasCustomPrompt="1"/>
          </p:nvPr>
        </p:nvSpPr>
        <p:spPr>
          <a:xfrm>
            <a:off x="4367808" y="2648059"/>
            <a:ext cx="34401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18" name="Text Placeholder 11">
            <a:extLst>
              <a:ext uri="{FF2B5EF4-FFF2-40B4-BE49-F238E27FC236}">
                <a16:creationId xmlns:a16="http://schemas.microsoft.com/office/drawing/2014/main" id="{F51B4825-5D98-A52C-BC79-B16639845DD4}"/>
              </a:ext>
            </a:extLst>
          </p:cNvPr>
          <p:cNvSpPr>
            <a:spLocks noGrp="1"/>
          </p:cNvSpPr>
          <p:nvPr>
            <p:ph type="body" sz="quarter" idx="25" hasCustomPrompt="1"/>
          </p:nvPr>
        </p:nvSpPr>
        <p:spPr>
          <a:xfrm>
            <a:off x="8040216" y="2648059"/>
            <a:ext cx="34401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5" name="Title 4">
            <a:extLst>
              <a:ext uri="{FF2B5EF4-FFF2-40B4-BE49-F238E27FC236}">
                <a16:creationId xmlns:a16="http://schemas.microsoft.com/office/drawing/2014/main" id="{42C83653-FF02-7C82-FC87-A4C13069A095}"/>
              </a:ext>
            </a:extLst>
          </p:cNvPr>
          <p:cNvSpPr>
            <a:spLocks noGrp="1"/>
          </p:cNvSpPr>
          <p:nvPr>
            <p:ph type="title"/>
          </p:nvPr>
        </p:nvSpPr>
        <p:spPr/>
        <p:txBody>
          <a:bodyPr/>
          <a:lstStyle/>
          <a:p>
            <a:r>
              <a:rPr lang="en-US" dirty="0"/>
              <a:t>Click to edit Master title style</a:t>
            </a:r>
            <a:endParaRPr lang="en-GB" dirty="0"/>
          </a:p>
        </p:txBody>
      </p:sp>
      <p:sp>
        <p:nvSpPr>
          <p:cNvPr id="2" name="Text Placeholder 8">
            <a:extLst>
              <a:ext uri="{FF2B5EF4-FFF2-40B4-BE49-F238E27FC236}">
                <a16:creationId xmlns:a16="http://schemas.microsoft.com/office/drawing/2014/main" id="{2B810C4F-6000-0D97-D646-97F03B8B191C}"/>
              </a:ext>
            </a:extLst>
          </p:cNvPr>
          <p:cNvSpPr>
            <a:spLocks noGrp="1"/>
          </p:cNvSpPr>
          <p:nvPr>
            <p:ph type="body" sz="quarter" idx="15"/>
          </p:nvPr>
        </p:nvSpPr>
        <p:spPr>
          <a:xfrm flipH="1">
            <a:off x="700163" y="2691421"/>
            <a:ext cx="7200" cy="2160000"/>
          </a:xfrm>
          <a:solidFill>
            <a:schemeClr val="accent2"/>
          </a:solidFill>
        </p:spPr>
        <p:txBody>
          <a:bodyPr/>
          <a:lstStyle>
            <a:lvl1pPr>
              <a:defRPr>
                <a:noFill/>
              </a:defRPr>
            </a:lvl1pPr>
          </a:lstStyle>
          <a:p>
            <a:pPr lvl="0"/>
            <a:endParaRPr lang="en-GB" dirty="0"/>
          </a:p>
        </p:txBody>
      </p:sp>
      <p:sp>
        <p:nvSpPr>
          <p:cNvPr id="3" name="Text Placeholder 8">
            <a:extLst>
              <a:ext uri="{FF2B5EF4-FFF2-40B4-BE49-F238E27FC236}">
                <a16:creationId xmlns:a16="http://schemas.microsoft.com/office/drawing/2014/main" id="{54BA2061-B2FB-51FF-9F3C-D8B0F8167199}"/>
              </a:ext>
            </a:extLst>
          </p:cNvPr>
          <p:cNvSpPr>
            <a:spLocks noGrp="1"/>
          </p:cNvSpPr>
          <p:nvPr>
            <p:ph type="body" sz="quarter" idx="28"/>
          </p:nvPr>
        </p:nvSpPr>
        <p:spPr>
          <a:xfrm flipH="1">
            <a:off x="8032326" y="2691421"/>
            <a:ext cx="7200" cy="2160000"/>
          </a:xfrm>
          <a:solidFill>
            <a:schemeClr val="accent2"/>
          </a:solidFill>
        </p:spPr>
        <p:txBody>
          <a:bodyPr/>
          <a:lstStyle>
            <a:lvl1pPr>
              <a:defRPr>
                <a:noFill/>
              </a:defRPr>
            </a:lvl1pPr>
          </a:lstStyle>
          <a:p>
            <a:pPr lvl="0"/>
            <a:endParaRPr lang="en-GB" dirty="0"/>
          </a:p>
        </p:txBody>
      </p:sp>
      <p:sp>
        <p:nvSpPr>
          <p:cNvPr id="8" name="Text Placeholder 7">
            <a:extLst>
              <a:ext uri="{FF2B5EF4-FFF2-40B4-BE49-F238E27FC236}">
                <a16:creationId xmlns:a16="http://schemas.microsoft.com/office/drawing/2014/main" id="{ED161433-DB78-D208-D5AB-4FF9E697BF52}"/>
              </a:ext>
            </a:extLst>
          </p:cNvPr>
          <p:cNvSpPr>
            <a:spLocks noGrp="1"/>
          </p:cNvSpPr>
          <p:nvPr>
            <p:ph type="body" sz="quarter" idx="29"/>
          </p:nvPr>
        </p:nvSpPr>
        <p:spPr>
          <a:xfrm>
            <a:off x="695400" y="3330761"/>
            <a:ext cx="3440112" cy="1546480"/>
          </a:xfrm>
        </p:spPr>
        <p:txBody>
          <a:bodyPr lIns="144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8">
            <a:extLst>
              <a:ext uri="{FF2B5EF4-FFF2-40B4-BE49-F238E27FC236}">
                <a16:creationId xmlns:a16="http://schemas.microsoft.com/office/drawing/2014/main" id="{17FCD734-EF87-4A71-2532-ED7CB37A3C58}"/>
              </a:ext>
            </a:extLst>
          </p:cNvPr>
          <p:cNvSpPr>
            <a:spLocks noGrp="1"/>
          </p:cNvSpPr>
          <p:nvPr>
            <p:ph type="body" sz="quarter" idx="30"/>
          </p:nvPr>
        </p:nvSpPr>
        <p:spPr>
          <a:xfrm flipH="1">
            <a:off x="4367118" y="2691421"/>
            <a:ext cx="7200" cy="2160000"/>
          </a:xfrm>
          <a:solidFill>
            <a:schemeClr val="accent2"/>
          </a:solidFill>
        </p:spPr>
        <p:txBody>
          <a:bodyPr/>
          <a:lstStyle>
            <a:lvl1pPr>
              <a:defRPr>
                <a:noFill/>
              </a:defRPr>
            </a:lvl1pPr>
          </a:lstStyle>
          <a:p>
            <a:pPr lvl="0"/>
            <a:endParaRPr lang="en-GB" dirty="0"/>
          </a:p>
        </p:txBody>
      </p:sp>
      <p:sp>
        <p:nvSpPr>
          <p:cNvPr id="10" name="Text Placeholder 7">
            <a:extLst>
              <a:ext uri="{FF2B5EF4-FFF2-40B4-BE49-F238E27FC236}">
                <a16:creationId xmlns:a16="http://schemas.microsoft.com/office/drawing/2014/main" id="{57AE2796-DA82-C86F-1547-790C0EE02FFE}"/>
              </a:ext>
            </a:extLst>
          </p:cNvPr>
          <p:cNvSpPr>
            <a:spLocks noGrp="1"/>
          </p:cNvSpPr>
          <p:nvPr>
            <p:ph type="body" sz="quarter" idx="31"/>
          </p:nvPr>
        </p:nvSpPr>
        <p:spPr>
          <a:xfrm>
            <a:off x="4362355" y="3330761"/>
            <a:ext cx="3440112" cy="1546480"/>
          </a:xfrm>
        </p:spPr>
        <p:txBody>
          <a:bodyPr lIns="144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7">
            <a:extLst>
              <a:ext uri="{FF2B5EF4-FFF2-40B4-BE49-F238E27FC236}">
                <a16:creationId xmlns:a16="http://schemas.microsoft.com/office/drawing/2014/main" id="{BED14EF5-BB3D-3765-E10B-4CFF273A6BFB}"/>
              </a:ext>
            </a:extLst>
          </p:cNvPr>
          <p:cNvSpPr>
            <a:spLocks noGrp="1"/>
          </p:cNvSpPr>
          <p:nvPr>
            <p:ph type="body" sz="quarter" idx="32"/>
          </p:nvPr>
        </p:nvSpPr>
        <p:spPr>
          <a:xfrm>
            <a:off x="8027563" y="3330761"/>
            <a:ext cx="3440112" cy="1546480"/>
          </a:xfrm>
        </p:spPr>
        <p:txBody>
          <a:bodyPr lIns="144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Footer Placeholder 12">
            <a:extLst>
              <a:ext uri="{FF2B5EF4-FFF2-40B4-BE49-F238E27FC236}">
                <a16:creationId xmlns:a16="http://schemas.microsoft.com/office/drawing/2014/main" id="{355D7BEC-F8FF-1A9D-0615-8ADA7C0C1E18}"/>
              </a:ext>
            </a:extLst>
          </p:cNvPr>
          <p:cNvSpPr>
            <a:spLocks noGrp="1"/>
          </p:cNvSpPr>
          <p:nvPr>
            <p:ph type="ftr" sz="quarter" idx="34"/>
          </p:nvPr>
        </p:nvSpPr>
        <p:spPr/>
        <p:txBody>
          <a:bodyPr/>
          <a:lstStyle/>
          <a:p>
            <a:r>
              <a:rPr lang="en-GB"/>
              <a:t>Confidential</a:t>
            </a:r>
            <a:endParaRPr lang="en-GB" dirty="0"/>
          </a:p>
        </p:txBody>
      </p:sp>
    </p:spTree>
    <p:extLst>
      <p:ext uri="{BB962C8B-B14F-4D97-AF65-F5344CB8AC3E}">
        <p14:creationId xmlns:p14="http://schemas.microsoft.com/office/powerpoint/2010/main" val="4200276610"/>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8" pos="4923" userDrawn="1">
          <p15:clr>
            <a:srgbClr val="FF96FF"/>
          </p15:clr>
        </p15:guide>
        <p15:guide id="9" pos="5059" userDrawn="1">
          <p15:clr>
            <a:srgbClr val="FF96FF"/>
          </p15:clr>
        </p15:guide>
        <p15:guide id="10" pos="7226" userDrawn="1">
          <p15:clr>
            <a:srgbClr val="FF96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ighligh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2" name="Text Placeholder 11">
            <a:extLst>
              <a:ext uri="{FF2B5EF4-FFF2-40B4-BE49-F238E27FC236}">
                <a16:creationId xmlns:a16="http://schemas.microsoft.com/office/drawing/2014/main" id="{D53E6B0A-E261-FFE5-1FEA-21AD79AF7C5E}"/>
              </a:ext>
            </a:extLst>
          </p:cNvPr>
          <p:cNvSpPr>
            <a:spLocks noGrp="1"/>
          </p:cNvSpPr>
          <p:nvPr>
            <p:ph type="body" sz="quarter" idx="19" hasCustomPrompt="1"/>
          </p:nvPr>
        </p:nvSpPr>
        <p:spPr>
          <a:xfrm>
            <a:off x="719138" y="3015921"/>
            <a:ext cx="34401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13" name="Text Placeholder 11">
            <a:extLst>
              <a:ext uri="{FF2B5EF4-FFF2-40B4-BE49-F238E27FC236}">
                <a16:creationId xmlns:a16="http://schemas.microsoft.com/office/drawing/2014/main" id="{5893771D-7404-1C76-285B-6293BB9A4D56}"/>
              </a:ext>
            </a:extLst>
          </p:cNvPr>
          <p:cNvSpPr>
            <a:spLocks noGrp="1"/>
          </p:cNvSpPr>
          <p:nvPr>
            <p:ph type="body" sz="quarter" idx="20"/>
          </p:nvPr>
        </p:nvSpPr>
        <p:spPr>
          <a:xfrm>
            <a:off x="719138" y="3700704"/>
            <a:ext cx="3440112" cy="1546480"/>
          </a:xfrm>
        </p:spPr>
        <p:txBody>
          <a:bodyPr lIns="144000"/>
          <a:lstStyle>
            <a:lvl5pPr marL="180000" indent="-180000">
              <a:buFont typeface="Wingdings" panose="05000000000000000000" pitchFamily="2" charset="2"/>
              <a:buChar char="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15" name="Text Placeholder 11">
            <a:extLst>
              <a:ext uri="{FF2B5EF4-FFF2-40B4-BE49-F238E27FC236}">
                <a16:creationId xmlns:a16="http://schemas.microsoft.com/office/drawing/2014/main" id="{37D0C4AC-92FE-041F-AC8C-919257AFA4FB}"/>
              </a:ext>
            </a:extLst>
          </p:cNvPr>
          <p:cNvSpPr>
            <a:spLocks noGrp="1"/>
          </p:cNvSpPr>
          <p:nvPr>
            <p:ph type="body" sz="quarter" idx="22" hasCustomPrompt="1"/>
          </p:nvPr>
        </p:nvSpPr>
        <p:spPr>
          <a:xfrm>
            <a:off x="4367808" y="3015921"/>
            <a:ext cx="34401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16" name="Text Placeholder 11">
            <a:extLst>
              <a:ext uri="{FF2B5EF4-FFF2-40B4-BE49-F238E27FC236}">
                <a16:creationId xmlns:a16="http://schemas.microsoft.com/office/drawing/2014/main" id="{9272D6D0-D44A-FC99-4F33-B6AC839BD77D}"/>
              </a:ext>
            </a:extLst>
          </p:cNvPr>
          <p:cNvSpPr>
            <a:spLocks noGrp="1"/>
          </p:cNvSpPr>
          <p:nvPr>
            <p:ph type="body" sz="quarter" idx="23"/>
          </p:nvPr>
        </p:nvSpPr>
        <p:spPr>
          <a:xfrm>
            <a:off x="4367808" y="3700704"/>
            <a:ext cx="3440112" cy="1546480"/>
          </a:xfrm>
        </p:spPr>
        <p:txBody>
          <a:bodyPr lIns="144000"/>
          <a:lstStyle>
            <a:lvl5pPr marL="180000" indent="-180000">
              <a:buFont typeface="Wingdings" panose="05000000000000000000" pitchFamily="2" charset="2"/>
              <a:buChar char="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p:txBody>
      </p:sp>
      <p:sp>
        <p:nvSpPr>
          <p:cNvPr id="18" name="Text Placeholder 11">
            <a:extLst>
              <a:ext uri="{FF2B5EF4-FFF2-40B4-BE49-F238E27FC236}">
                <a16:creationId xmlns:a16="http://schemas.microsoft.com/office/drawing/2014/main" id="{F51B4825-5D98-A52C-BC79-B16639845DD4}"/>
              </a:ext>
            </a:extLst>
          </p:cNvPr>
          <p:cNvSpPr>
            <a:spLocks noGrp="1"/>
          </p:cNvSpPr>
          <p:nvPr>
            <p:ph type="body" sz="quarter" idx="25" hasCustomPrompt="1"/>
          </p:nvPr>
        </p:nvSpPr>
        <p:spPr>
          <a:xfrm>
            <a:off x="8040216" y="3015921"/>
            <a:ext cx="34401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19" name="Text Placeholder 11">
            <a:extLst>
              <a:ext uri="{FF2B5EF4-FFF2-40B4-BE49-F238E27FC236}">
                <a16:creationId xmlns:a16="http://schemas.microsoft.com/office/drawing/2014/main" id="{81063869-5DEC-1119-27A8-615F2DFD7090}"/>
              </a:ext>
            </a:extLst>
          </p:cNvPr>
          <p:cNvSpPr>
            <a:spLocks noGrp="1"/>
          </p:cNvSpPr>
          <p:nvPr>
            <p:ph type="body" sz="quarter" idx="26"/>
          </p:nvPr>
        </p:nvSpPr>
        <p:spPr>
          <a:xfrm>
            <a:off x="8040216" y="3700704"/>
            <a:ext cx="3440112" cy="1546480"/>
          </a:xfrm>
        </p:spPr>
        <p:txBody>
          <a:bodyPr lIns="144000"/>
          <a:lstStyle>
            <a:lvl5pPr marL="180000" indent="-180000">
              <a:buFont typeface="Wingdings" panose="05000000000000000000" pitchFamily="2" charset="2"/>
              <a:buChar char="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endParaRPr lang="en-GB" dirty="0"/>
          </a:p>
          <a:p>
            <a:pPr lvl="4"/>
            <a:endParaRPr lang="en-US" dirty="0"/>
          </a:p>
          <a:p>
            <a:pPr lvl="4"/>
            <a:endParaRPr lang="en-GB" dirty="0"/>
          </a:p>
        </p:txBody>
      </p:sp>
      <p:sp>
        <p:nvSpPr>
          <p:cNvPr id="23" name="Picture Placeholder 22">
            <a:extLst>
              <a:ext uri="{FF2B5EF4-FFF2-40B4-BE49-F238E27FC236}">
                <a16:creationId xmlns:a16="http://schemas.microsoft.com/office/drawing/2014/main" id="{9525270E-B2C1-D1D5-7D08-30DD0D0BDFE9}"/>
              </a:ext>
            </a:extLst>
          </p:cNvPr>
          <p:cNvSpPr>
            <a:spLocks noGrp="1"/>
          </p:cNvSpPr>
          <p:nvPr>
            <p:ph type="pic" sz="quarter" idx="28"/>
          </p:nvPr>
        </p:nvSpPr>
        <p:spPr>
          <a:xfrm>
            <a:off x="720000" y="1440001"/>
            <a:ext cx="3440112" cy="1355752"/>
          </a:xfrm>
          <a:solidFill>
            <a:schemeClr val="bg1">
              <a:lumMod val="85000"/>
            </a:schemeClr>
          </a:solidFill>
        </p:spPr>
        <p:txBody>
          <a:bodyPr/>
          <a:lstStyle/>
          <a:p>
            <a:endParaRPr lang="en-GB"/>
          </a:p>
        </p:txBody>
      </p:sp>
      <p:sp>
        <p:nvSpPr>
          <p:cNvPr id="24" name="Picture Placeholder 22">
            <a:extLst>
              <a:ext uri="{FF2B5EF4-FFF2-40B4-BE49-F238E27FC236}">
                <a16:creationId xmlns:a16="http://schemas.microsoft.com/office/drawing/2014/main" id="{8D21976A-FEA8-6AD3-2518-069BBE8EAFEA}"/>
              </a:ext>
            </a:extLst>
          </p:cNvPr>
          <p:cNvSpPr>
            <a:spLocks noGrp="1"/>
          </p:cNvSpPr>
          <p:nvPr>
            <p:ph type="pic" sz="quarter" idx="29"/>
          </p:nvPr>
        </p:nvSpPr>
        <p:spPr>
          <a:xfrm>
            <a:off x="4376000" y="1440001"/>
            <a:ext cx="3440112" cy="1355752"/>
          </a:xfrm>
          <a:solidFill>
            <a:schemeClr val="bg1">
              <a:lumMod val="85000"/>
            </a:schemeClr>
          </a:solidFill>
        </p:spPr>
        <p:txBody>
          <a:bodyPr/>
          <a:lstStyle/>
          <a:p>
            <a:endParaRPr lang="en-GB"/>
          </a:p>
        </p:txBody>
      </p:sp>
      <p:sp>
        <p:nvSpPr>
          <p:cNvPr id="25" name="Picture Placeholder 22">
            <a:extLst>
              <a:ext uri="{FF2B5EF4-FFF2-40B4-BE49-F238E27FC236}">
                <a16:creationId xmlns:a16="http://schemas.microsoft.com/office/drawing/2014/main" id="{E9B86CC0-2722-B6EB-FD85-39A4D92730F8}"/>
              </a:ext>
            </a:extLst>
          </p:cNvPr>
          <p:cNvSpPr>
            <a:spLocks noGrp="1"/>
          </p:cNvSpPr>
          <p:nvPr>
            <p:ph type="pic" sz="quarter" idx="30"/>
          </p:nvPr>
        </p:nvSpPr>
        <p:spPr>
          <a:xfrm>
            <a:off x="8032000" y="1440001"/>
            <a:ext cx="3440112" cy="1355752"/>
          </a:xfrm>
          <a:solidFill>
            <a:schemeClr val="bg1">
              <a:lumMod val="85000"/>
            </a:schemeClr>
          </a:solidFill>
        </p:spPr>
        <p:txBody>
          <a:bodyPr/>
          <a:lstStyle/>
          <a:p>
            <a:endParaRPr lang="en-GB"/>
          </a:p>
        </p:txBody>
      </p:sp>
      <p:sp>
        <p:nvSpPr>
          <p:cNvPr id="3" name="Text Placeholder 8">
            <a:extLst>
              <a:ext uri="{FF2B5EF4-FFF2-40B4-BE49-F238E27FC236}">
                <a16:creationId xmlns:a16="http://schemas.microsoft.com/office/drawing/2014/main" id="{FC3D7A0A-524B-7C8D-43FB-06856D61A564}"/>
              </a:ext>
            </a:extLst>
          </p:cNvPr>
          <p:cNvSpPr>
            <a:spLocks noGrp="1"/>
          </p:cNvSpPr>
          <p:nvPr>
            <p:ph type="body" sz="quarter" idx="15"/>
          </p:nvPr>
        </p:nvSpPr>
        <p:spPr>
          <a:xfrm flipH="1">
            <a:off x="719138" y="3063546"/>
            <a:ext cx="7200" cy="3060000"/>
          </a:xfrm>
          <a:solidFill>
            <a:schemeClr val="accent2"/>
          </a:solidFill>
        </p:spPr>
        <p:txBody>
          <a:bodyPr/>
          <a:lstStyle>
            <a:lvl1pPr>
              <a:defRPr>
                <a:noFill/>
              </a:defRPr>
            </a:lvl1pPr>
          </a:lstStyle>
          <a:p>
            <a:pPr lvl="0"/>
            <a:endParaRPr lang="en-GB" dirty="0"/>
          </a:p>
        </p:txBody>
      </p:sp>
      <p:sp>
        <p:nvSpPr>
          <p:cNvPr id="5" name="Text Placeholder 8">
            <a:extLst>
              <a:ext uri="{FF2B5EF4-FFF2-40B4-BE49-F238E27FC236}">
                <a16:creationId xmlns:a16="http://schemas.microsoft.com/office/drawing/2014/main" id="{F3B5BAEF-192C-8F9F-8B6D-3C4C174002E0}"/>
              </a:ext>
            </a:extLst>
          </p:cNvPr>
          <p:cNvSpPr>
            <a:spLocks noGrp="1"/>
          </p:cNvSpPr>
          <p:nvPr>
            <p:ph type="body" sz="quarter" idx="31"/>
          </p:nvPr>
        </p:nvSpPr>
        <p:spPr>
          <a:xfrm flipH="1">
            <a:off x="4360608" y="3063546"/>
            <a:ext cx="7200" cy="3060000"/>
          </a:xfrm>
          <a:solidFill>
            <a:schemeClr val="accent2"/>
          </a:solidFill>
        </p:spPr>
        <p:txBody>
          <a:bodyPr/>
          <a:lstStyle>
            <a:lvl1pPr>
              <a:defRPr>
                <a:noFill/>
              </a:defRPr>
            </a:lvl1pPr>
          </a:lstStyle>
          <a:p>
            <a:pPr lvl="0"/>
            <a:endParaRPr lang="en-GB" dirty="0"/>
          </a:p>
        </p:txBody>
      </p:sp>
      <p:sp>
        <p:nvSpPr>
          <p:cNvPr id="6" name="Text Placeholder 8">
            <a:extLst>
              <a:ext uri="{FF2B5EF4-FFF2-40B4-BE49-F238E27FC236}">
                <a16:creationId xmlns:a16="http://schemas.microsoft.com/office/drawing/2014/main" id="{EC103F7F-759B-1C30-B5C8-D1333EF456FF}"/>
              </a:ext>
            </a:extLst>
          </p:cNvPr>
          <p:cNvSpPr>
            <a:spLocks noGrp="1"/>
          </p:cNvSpPr>
          <p:nvPr>
            <p:ph type="body" sz="quarter" idx="32"/>
          </p:nvPr>
        </p:nvSpPr>
        <p:spPr>
          <a:xfrm flipH="1">
            <a:off x="8027563" y="3063546"/>
            <a:ext cx="7200" cy="3060000"/>
          </a:xfrm>
          <a:solidFill>
            <a:schemeClr val="accent2"/>
          </a:solidFill>
        </p:spPr>
        <p:txBody>
          <a:bodyPr/>
          <a:lstStyle>
            <a:lvl1pPr>
              <a:defRPr>
                <a:noFill/>
              </a:defRPr>
            </a:lvl1pPr>
          </a:lstStyle>
          <a:p>
            <a:pPr lvl="0"/>
            <a:endParaRPr lang="en-GB" dirty="0"/>
          </a:p>
        </p:txBody>
      </p:sp>
      <p:sp>
        <p:nvSpPr>
          <p:cNvPr id="9" name="Footer Placeholder 8">
            <a:extLst>
              <a:ext uri="{FF2B5EF4-FFF2-40B4-BE49-F238E27FC236}">
                <a16:creationId xmlns:a16="http://schemas.microsoft.com/office/drawing/2014/main" id="{2544C607-2390-1182-BB97-8E46D8589931}"/>
              </a:ext>
            </a:extLst>
          </p:cNvPr>
          <p:cNvSpPr>
            <a:spLocks noGrp="1"/>
          </p:cNvSpPr>
          <p:nvPr>
            <p:ph type="ftr" sz="quarter" idx="34"/>
          </p:nvPr>
        </p:nvSpPr>
        <p:spPr/>
        <p:txBody>
          <a:bodyPr/>
          <a:lstStyle/>
          <a:p>
            <a:r>
              <a:rPr lang="en-GB"/>
              <a:t>Confidential</a:t>
            </a:r>
            <a:endParaRPr lang="en-GB" dirty="0"/>
          </a:p>
        </p:txBody>
      </p:sp>
    </p:spTree>
    <p:extLst>
      <p:ext uri="{BB962C8B-B14F-4D97-AF65-F5344CB8AC3E}">
        <p14:creationId xmlns:p14="http://schemas.microsoft.com/office/powerpoint/2010/main" val="823583296"/>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8" pos="4923" userDrawn="1">
          <p15:clr>
            <a:srgbClr val="FF96FF"/>
          </p15:clr>
        </p15:guide>
        <p15:guide id="9" pos="5059" userDrawn="1">
          <p15:clr>
            <a:srgbClr val="FF96FF"/>
          </p15:clr>
        </p15:guide>
        <p15:guide id="10" pos="7226" userDrawn="1">
          <p15:clr>
            <a:srgbClr val="FF96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ighlights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2" name="Text Placeholder 11">
            <a:extLst>
              <a:ext uri="{FF2B5EF4-FFF2-40B4-BE49-F238E27FC236}">
                <a16:creationId xmlns:a16="http://schemas.microsoft.com/office/drawing/2014/main" id="{D53E6B0A-E261-FFE5-1FEA-21AD79AF7C5E}"/>
              </a:ext>
            </a:extLst>
          </p:cNvPr>
          <p:cNvSpPr>
            <a:spLocks noGrp="1"/>
          </p:cNvSpPr>
          <p:nvPr>
            <p:ph type="body" sz="quarter" idx="19" hasCustomPrompt="1"/>
          </p:nvPr>
        </p:nvSpPr>
        <p:spPr>
          <a:xfrm>
            <a:off x="719138" y="2648059"/>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5" name="Text Placeholder 11">
            <a:extLst>
              <a:ext uri="{FF2B5EF4-FFF2-40B4-BE49-F238E27FC236}">
                <a16:creationId xmlns:a16="http://schemas.microsoft.com/office/drawing/2014/main" id="{9BF35F54-BDD9-CF5C-38E4-BB3BD2643B20}"/>
              </a:ext>
            </a:extLst>
          </p:cNvPr>
          <p:cNvSpPr>
            <a:spLocks noGrp="1"/>
          </p:cNvSpPr>
          <p:nvPr>
            <p:ph type="body" sz="quarter" idx="22" hasCustomPrompt="1"/>
          </p:nvPr>
        </p:nvSpPr>
        <p:spPr>
          <a:xfrm>
            <a:off x="3485738" y="2648059"/>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9" name="Text Placeholder 11">
            <a:extLst>
              <a:ext uri="{FF2B5EF4-FFF2-40B4-BE49-F238E27FC236}">
                <a16:creationId xmlns:a16="http://schemas.microsoft.com/office/drawing/2014/main" id="{AA06E041-2E08-27E8-FD5E-EADECFB8ABDC}"/>
              </a:ext>
            </a:extLst>
          </p:cNvPr>
          <p:cNvSpPr>
            <a:spLocks noGrp="1"/>
          </p:cNvSpPr>
          <p:nvPr>
            <p:ph type="body" sz="quarter" idx="25" hasCustomPrompt="1"/>
          </p:nvPr>
        </p:nvSpPr>
        <p:spPr>
          <a:xfrm>
            <a:off x="6227739" y="2648059"/>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21" name="Text Placeholder 11">
            <a:extLst>
              <a:ext uri="{FF2B5EF4-FFF2-40B4-BE49-F238E27FC236}">
                <a16:creationId xmlns:a16="http://schemas.microsoft.com/office/drawing/2014/main" id="{FACCBFD0-33F6-5AD6-0205-595D8191A168}"/>
              </a:ext>
            </a:extLst>
          </p:cNvPr>
          <p:cNvSpPr>
            <a:spLocks noGrp="1"/>
          </p:cNvSpPr>
          <p:nvPr>
            <p:ph type="body" sz="quarter" idx="28" hasCustomPrompt="1"/>
          </p:nvPr>
        </p:nvSpPr>
        <p:spPr>
          <a:xfrm>
            <a:off x="8969738" y="2648059"/>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3" name="Text Placeholder 8">
            <a:extLst>
              <a:ext uri="{FF2B5EF4-FFF2-40B4-BE49-F238E27FC236}">
                <a16:creationId xmlns:a16="http://schemas.microsoft.com/office/drawing/2014/main" id="{5698E123-4AE3-D66B-314D-5BF553CD4D25}"/>
              </a:ext>
            </a:extLst>
          </p:cNvPr>
          <p:cNvSpPr>
            <a:spLocks noGrp="1"/>
          </p:cNvSpPr>
          <p:nvPr>
            <p:ph type="body" sz="quarter" idx="15"/>
          </p:nvPr>
        </p:nvSpPr>
        <p:spPr>
          <a:xfrm flipH="1">
            <a:off x="729731" y="2680480"/>
            <a:ext cx="7200" cy="3456000"/>
          </a:xfrm>
          <a:solidFill>
            <a:schemeClr val="accent2"/>
          </a:solidFill>
        </p:spPr>
        <p:txBody>
          <a:bodyPr/>
          <a:lstStyle>
            <a:lvl1pPr>
              <a:defRPr>
                <a:noFill/>
              </a:defRPr>
            </a:lvl1pPr>
          </a:lstStyle>
          <a:p>
            <a:pPr lvl="0"/>
            <a:endParaRPr lang="en-GB" dirty="0"/>
          </a:p>
        </p:txBody>
      </p:sp>
      <p:sp>
        <p:nvSpPr>
          <p:cNvPr id="15" name="Text Placeholder 8">
            <a:extLst>
              <a:ext uri="{FF2B5EF4-FFF2-40B4-BE49-F238E27FC236}">
                <a16:creationId xmlns:a16="http://schemas.microsoft.com/office/drawing/2014/main" id="{AF697868-7019-AD94-CA3C-FC2B0C029245}"/>
              </a:ext>
            </a:extLst>
          </p:cNvPr>
          <p:cNvSpPr>
            <a:spLocks noGrp="1"/>
          </p:cNvSpPr>
          <p:nvPr>
            <p:ph type="body" sz="quarter" idx="31"/>
          </p:nvPr>
        </p:nvSpPr>
        <p:spPr>
          <a:xfrm flipH="1">
            <a:off x="3471535" y="2680480"/>
            <a:ext cx="7200" cy="3456000"/>
          </a:xfrm>
          <a:solidFill>
            <a:schemeClr val="accent2"/>
          </a:solidFill>
        </p:spPr>
        <p:txBody>
          <a:bodyPr/>
          <a:lstStyle>
            <a:lvl1pPr>
              <a:defRPr>
                <a:noFill/>
              </a:defRPr>
            </a:lvl1pPr>
          </a:lstStyle>
          <a:p>
            <a:pPr lvl="0"/>
            <a:endParaRPr lang="en-GB" dirty="0"/>
          </a:p>
        </p:txBody>
      </p:sp>
      <p:sp>
        <p:nvSpPr>
          <p:cNvPr id="16" name="Text Placeholder 8">
            <a:extLst>
              <a:ext uri="{FF2B5EF4-FFF2-40B4-BE49-F238E27FC236}">
                <a16:creationId xmlns:a16="http://schemas.microsoft.com/office/drawing/2014/main" id="{C76D195B-C35B-22E1-C695-4BF2309D7C57}"/>
              </a:ext>
            </a:extLst>
          </p:cNvPr>
          <p:cNvSpPr>
            <a:spLocks noGrp="1"/>
          </p:cNvSpPr>
          <p:nvPr>
            <p:ph type="body" sz="quarter" idx="32"/>
          </p:nvPr>
        </p:nvSpPr>
        <p:spPr>
          <a:xfrm flipH="1">
            <a:off x="6205538" y="2680480"/>
            <a:ext cx="7200" cy="3456000"/>
          </a:xfrm>
          <a:solidFill>
            <a:schemeClr val="accent2"/>
          </a:solidFill>
        </p:spPr>
        <p:txBody>
          <a:bodyPr/>
          <a:lstStyle>
            <a:lvl1pPr>
              <a:defRPr>
                <a:noFill/>
              </a:defRPr>
            </a:lvl1pPr>
          </a:lstStyle>
          <a:p>
            <a:pPr lvl="0"/>
            <a:endParaRPr lang="en-GB" dirty="0"/>
          </a:p>
        </p:txBody>
      </p:sp>
      <p:sp>
        <p:nvSpPr>
          <p:cNvPr id="18" name="Text Placeholder 8">
            <a:extLst>
              <a:ext uri="{FF2B5EF4-FFF2-40B4-BE49-F238E27FC236}">
                <a16:creationId xmlns:a16="http://schemas.microsoft.com/office/drawing/2014/main" id="{FC7D20C0-31E3-0EDA-44E9-E5E29AB3BE88}"/>
              </a:ext>
            </a:extLst>
          </p:cNvPr>
          <p:cNvSpPr>
            <a:spLocks noGrp="1"/>
          </p:cNvSpPr>
          <p:nvPr>
            <p:ph type="body" sz="quarter" idx="34"/>
          </p:nvPr>
        </p:nvSpPr>
        <p:spPr>
          <a:xfrm flipH="1">
            <a:off x="8971806" y="2680480"/>
            <a:ext cx="7200" cy="3456000"/>
          </a:xfrm>
          <a:solidFill>
            <a:schemeClr val="accent2"/>
          </a:solidFill>
        </p:spPr>
        <p:txBody>
          <a:bodyPr/>
          <a:lstStyle>
            <a:lvl1pPr>
              <a:defRPr>
                <a:noFill/>
              </a:defRPr>
            </a:lvl1pPr>
          </a:lstStyle>
          <a:p>
            <a:pPr lvl="0"/>
            <a:endParaRPr lang="en-GB" dirty="0"/>
          </a:p>
        </p:txBody>
      </p:sp>
      <p:sp>
        <p:nvSpPr>
          <p:cNvPr id="19" name="Text Placeholder 7">
            <a:extLst>
              <a:ext uri="{FF2B5EF4-FFF2-40B4-BE49-F238E27FC236}">
                <a16:creationId xmlns:a16="http://schemas.microsoft.com/office/drawing/2014/main" id="{6287746C-1CD7-B646-A9F5-470723ACA8A6}"/>
              </a:ext>
            </a:extLst>
          </p:cNvPr>
          <p:cNvSpPr>
            <a:spLocks noGrp="1"/>
          </p:cNvSpPr>
          <p:nvPr>
            <p:ph type="body" sz="quarter" idx="35"/>
          </p:nvPr>
        </p:nvSpPr>
        <p:spPr>
          <a:xfrm>
            <a:off x="744733" y="3330761"/>
            <a:ext cx="2525712" cy="194077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7">
            <a:extLst>
              <a:ext uri="{FF2B5EF4-FFF2-40B4-BE49-F238E27FC236}">
                <a16:creationId xmlns:a16="http://schemas.microsoft.com/office/drawing/2014/main" id="{C350F095-B05C-144B-6D8F-2C8DD310BA98}"/>
              </a:ext>
            </a:extLst>
          </p:cNvPr>
          <p:cNvSpPr>
            <a:spLocks noGrp="1"/>
          </p:cNvSpPr>
          <p:nvPr>
            <p:ph type="body" sz="quarter" idx="36"/>
          </p:nvPr>
        </p:nvSpPr>
        <p:spPr>
          <a:xfrm>
            <a:off x="3485738" y="3330761"/>
            <a:ext cx="2525712" cy="194077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4" name="Text Placeholder 7">
            <a:extLst>
              <a:ext uri="{FF2B5EF4-FFF2-40B4-BE49-F238E27FC236}">
                <a16:creationId xmlns:a16="http://schemas.microsoft.com/office/drawing/2014/main" id="{A191B263-F4DF-7B77-985C-A20E523958C9}"/>
              </a:ext>
            </a:extLst>
          </p:cNvPr>
          <p:cNvSpPr>
            <a:spLocks noGrp="1"/>
          </p:cNvSpPr>
          <p:nvPr>
            <p:ph type="body" sz="quarter" idx="37"/>
          </p:nvPr>
        </p:nvSpPr>
        <p:spPr>
          <a:xfrm>
            <a:off x="6227739" y="3330761"/>
            <a:ext cx="2525712" cy="194077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Text Placeholder 7">
            <a:extLst>
              <a:ext uri="{FF2B5EF4-FFF2-40B4-BE49-F238E27FC236}">
                <a16:creationId xmlns:a16="http://schemas.microsoft.com/office/drawing/2014/main" id="{9F953755-095B-4176-A2D1-450CEB8C83AB}"/>
              </a:ext>
            </a:extLst>
          </p:cNvPr>
          <p:cNvSpPr>
            <a:spLocks noGrp="1"/>
          </p:cNvSpPr>
          <p:nvPr>
            <p:ph type="body" sz="quarter" idx="38"/>
          </p:nvPr>
        </p:nvSpPr>
        <p:spPr>
          <a:xfrm>
            <a:off x="8969738" y="3330761"/>
            <a:ext cx="2525712" cy="194077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7">
            <a:extLst>
              <a:ext uri="{FF2B5EF4-FFF2-40B4-BE49-F238E27FC236}">
                <a16:creationId xmlns:a16="http://schemas.microsoft.com/office/drawing/2014/main" id="{2BF927C7-F7FA-1606-B87C-6271D650487D}"/>
              </a:ext>
            </a:extLst>
          </p:cNvPr>
          <p:cNvSpPr>
            <a:spLocks noGrp="1"/>
          </p:cNvSpPr>
          <p:nvPr>
            <p:ph type="ftr" sz="quarter" idx="40"/>
          </p:nvPr>
        </p:nvSpPr>
        <p:spPr/>
        <p:txBody>
          <a:bodyPr/>
          <a:lstStyle/>
          <a:p>
            <a:r>
              <a:rPr lang="en-GB"/>
              <a:t>Confidential</a:t>
            </a:r>
            <a:endParaRPr lang="en-GB" dirty="0"/>
          </a:p>
        </p:txBody>
      </p:sp>
    </p:spTree>
    <p:extLst>
      <p:ext uri="{BB962C8B-B14F-4D97-AF65-F5344CB8AC3E}">
        <p14:creationId xmlns:p14="http://schemas.microsoft.com/office/powerpoint/2010/main" val="2688121040"/>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orient="horz" pos="4000" userDrawn="1">
          <p15:clr>
            <a:srgbClr val="8F8F8F"/>
          </p15:clr>
        </p15:guide>
        <p15:guide id="6" orient="horz" pos="4176" userDrawn="1">
          <p15:clr>
            <a:srgbClr val="8F8F8F"/>
          </p15:clr>
        </p15:guide>
        <p15:guide id="7" pos="453" userDrawn="1">
          <p15:clr>
            <a:srgbClr val="FF96FF"/>
          </p15:clr>
        </p15:guide>
        <p15:guide id="8" pos="2044" userDrawn="1">
          <p15:clr>
            <a:srgbClr val="FF96FF"/>
          </p15:clr>
        </p15:guide>
        <p15:guide id="9" pos="2180" userDrawn="1">
          <p15:clr>
            <a:srgbClr val="FF96FF"/>
          </p15:clr>
        </p15:guide>
        <p15:guide id="10" pos="3771" userDrawn="1">
          <p15:clr>
            <a:srgbClr val="FF96FF"/>
          </p15:clr>
        </p15:guide>
        <p15:guide id="11" pos="3907" userDrawn="1">
          <p15:clr>
            <a:srgbClr val="FF96FF"/>
          </p15:clr>
        </p15:guide>
        <p15:guide id="12" pos="5498" userDrawn="1">
          <p15:clr>
            <a:srgbClr val="FF96FF"/>
          </p15:clr>
        </p15:guide>
        <p15:guide id="13" pos="5634" userDrawn="1">
          <p15:clr>
            <a:srgbClr val="FF96FF"/>
          </p15:clr>
        </p15:guide>
        <p15:guide id="14" pos="7226" userDrawn="1">
          <p15:clr>
            <a:srgbClr val="FF96FF"/>
          </p15:clr>
        </p15:guide>
        <p15:guide id="15" orient="horz" pos="432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ighlights 4">
    <p:spTree>
      <p:nvGrpSpPr>
        <p:cNvPr id="1" name=""/>
        <p:cNvGrpSpPr/>
        <p:nvPr/>
      </p:nvGrpSpPr>
      <p:grpSpPr>
        <a:xfrm>
          <a:off x="0" y="0"/>
          <a:ext cx="0" cy="0"/>
          <a:chOff x="0" y="0"/>
          <a:chExt cx="0" cy="0"/>
        </a:xfrm>
      </p:grpSpPr>
      <p:sp>
        <p:nvSpPr>
          <p:cNvPr id="29" name="Picture Placeholder 22">
            <a:extLst>
              <a:ext uri="{FF2B5EF4-FFF2-40B4-BE49-F238E27FC236}">
                <a16:creationId xmlns:a16="http://schemas.microsoft.com/office/drawing/2014/main" id="{21E2D82D-BDA0-CBBD-B5C9-9698F355CE3C}"/>
              </a:ext>
            </a:extLst>
          </p:cNvPr>
          <p:cNvSpPr>
            <a:spLocks noGrp="1"/>
          </p:cNvSpPr>
          <p:nvPr>
            <p:ph type="pic" sz="quarter" idx="40"/>
          </p:nvPr>
        </p:nvSpPr>
        <p:spPr>
          <a:xfrm>
            <a:off x="8945138" y="1440000"/>
            <a:ext cx="2524850" cy="1355752"/>
          </a:xfrm>
          <a:solidFill>
            <a:schemeClr val="bg1">
              <a:lumMod val="85000"/>
            </a:schemeClr>
          </a:solidFill>
        </p:spPr>
        <p:txBody>
          <a:bodyPr/>
          <a:lstStyle/>
          <a:p>
            <a:endParaRPr lang="en-GB"/>
          </a:p>
        </p:txBody>
      </p:sp>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2" name="Text Placeholder 11">
            <a:extLst>
              <a:ext uri="{FF2B5EF4-FFF2-40B4-BE49-F238E27FC236}">
                <a16:creationId xmlns:a16="http://schemas.microsoft.com/office/drawing/2014/main" id="{D53E6B0A-E261-FFE5-1FEA-21AD79AF7C5E}"/>
              </a:ext>
            </a:extLst>
          </p:cNvPr>
          <p:cNvSpPr>
            <a:spLocks noGrp="1"/>
          </p:cNvSpPr>
          <p:nvPr>
            <p:ph type="body" sz="quarter" idx="19" hasCustomPrompt="1"/>
          </p:nvPr>
        </p:nvSpPr>
        <p:spPr>
          <a:xfrm>
            <a:off x="720000" y="3015921"/>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23" name="Picture Placeholder 22">
            <a:extLst>
              <a:ext uri="{FF2B5EF4-FFF2-40B4-BE49-F238E27FC236}">
                <a16:creationId xmlns:a16="http://schemas.microsoft.com/office/drawing/2014/main" id="{9525270E-B2C1-D1D5-7D08-30DD0D0BDFE9}"/>
              </a:ext>
            </a:extLst>
          </p:cNvPr>
          <p:cNvSpPr>
            <a:spLocks noGrp="1"/>
          </p:cNvSpPr>
          <p:nvPr>
            <p:ph type="pic" sz="quarter" idx="28"/>
          </p:nvPr>
        </p:nvSpPr>
        <p:spPr>
          <a:xfrm>
            <a:off x="720000" y="1440000"/>
            <a:ext cx="2524850" cy="1355752"/>
          </a:xfrm>
          <a:solidFill>
            <a:schemeClr val="bg1">
              <a:lumMod val="85000"/>
            </a:schemeClr>
          </a:solidFill>
        </p:spPr>
        <p:txBody>
          <a:bodyPr/>
          <a:lstStyle/>
          <a:p>
            <a:endParaRPr lang="en-GB"/>
          </a:p>
        </p:txBody>
      </p:sp>
      <p:sp>
        <p:nvSpPr>
          <p:cNvPr id="5" name="Text Placeholder 11">
            <a:extLst>
              <a:ext uri="{FF2B5EF4-FFF2-40B4-BE49-F238E27FC236}">
                <a16:creationId xmlns:a16="http://schemas.microsoft.com/office/drawing/2014/main" id="{D5C03E6F-40F2-E0F8-09A1-5279593FD1F2}"/>
              </a:ext>
            </a:extLst>
          </p:cNvPr>
          <p:cNvSpPr>
            <a:spLocks noGrp="1"/>
          </p:cNvSpPr>
          <p:nvPr>
            <p:ph type="body" sz="quarter" idx="29" hasCustomPrompt="1"/>
          </p:nvPr>
        </p:nvSpPr>
        <p:spPr>
          <a:xfrm>
            <a:off x="3462000" y="3015921"/>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9" name="Picture Placeholder 22">
            <a:extLst>
              <a:ext uri="{FF2B5EF4-FFF2-40B4-BE49-F238E27FC236}">
                <a16:creationId xmlns:a16="http://schemas.microsoft.com/office/drawing/2014/main" id="{CE6B129A-DB6D-09B9-4FCB-370D8AB477E4}"/>
              </a:ext>
            </a:extLst>
          </p:cNvPr>
          <p:cNvSpPr>
            <a:spLocks noGrp="1"/>
          </p:cNvSpPr>
          <p:nvPr>
            <p:ph type="pic" sz="quarter" idx="32"/>
          </p:nvPr>
        </p:nvSpPr>
        <p:spPr>
          <a:xfrm>
            <a:off x="3462000" y="1440000"/>
            <a:ext cx="2524850" cy="1355752"/>
          </a:xfrm>
          <a:solidFill>
            <a:schemeClr val="bg1">
              <a:lumMod val="85000"/>
            </a:schemeClr>
          </a:solidFill>
        </p:spPr>
        <p:txBody>
          <a:bodyPr/>
          <a:lstStyle/>
          <a:p>
            <a:endParaRPr lang="en-GB"/>
          </a:p>
        </p:txBody>
      </p:sp>
      <p:sp>
        <p:nvSpPr>
          <p:cNvPr id="10" name="Text Placeholder 11">
            <a:extLst>
              <a:ext uri="{FF2B5EF4-FFF2-40B4-BE49-F238E27FC236}">
                <a16:creationId xmlns:a16="http://schemas.microsoft.com/office/drawing/2014/main" id="{A3A96D42-0AE6-386A-2246-86EC2B540CDE}"/>
              </a:ext>
            </a:extLst>
          </p:cNvPr>
          <p:cNvSpPr>
            <a:spLocks noGrp="1"/>
          </p:cNvSpPr>
          <p:nvPr>
            <p:ph type="body" sz="quarter" idx="33" hasCustomPrompt="1"/>
          </p:nvPr>
        </p:nvSpPr>
        <p:spPr>
          <a:xfrm>
            <a:off x="6204001" y="3015921"/>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22" name="Picture Placeholder 22">
            <a:extLst>
              <a:ext uri="{FF2B5EF4-FFF2-40B4-BE49-F238E27FC236}">
                <a16:creationId xmlns:a16="http://schemas.microsoft.com/office/drawing/2014/main" id="{C51A48EE-E24D-4837-B87B-C9CD49D88DE5}"/>
              </a:ext>
            </a:extLst>
          </p:cNvPr>
          <p:cNvSpPr>
            <a:spLocks noGrp="1"/>
          </p:cNvSpPr>
          <p:nvPr>
            <p:ph type="pic" sz="quarter" idx="36"/>
          </p:nvPr>
        </p:nvSpPr>
        <p:spPr>
          <a:xfrm>
            <a:off x="6204001" y="1440000"/>
            <a:ext cx="2524850" cy="1355752"/>
          </a:xfrm>
          <a:solidFill>
            <a:schemeClr val="bg1">
              <a:lumMod val="85000"/>
            </a:schemeClr>
          </a:solidFill>
        </p:spPr>
        <p:txBody>
          <a:bodyPr/>
          <a:lstStyle/>
          <a:p>
            <a:endParaRPr lang="en-GB"/>
          </a:p>
        </p:txBody>
      </p:sp>
      <p:sp>
        <p:nvSpPr>
          <p:cNvPr id="26" name="Text Placeholder 11">
            <a:extLst>
              <a:ext uri="{FF2B5EF4-FFF2-40B4-BE49-F238E27FC236}">
                <a16:creationId xmlns:a16="http://schemas.microsoft.com/office/drawing/2014/main" id="{F890E01D-DD6F-39D5-D177-E410893DB91D}"/>
              </a:ext>
            </a:extLst>
          </p:cNvPr>
          <p:cNvSpPr>
            <a:spLocks noGrp="1"/>
          </p:cNvSpPr>
          <p:nvPr>
            <p:ph type="body" sz="quarter" idx="37" hasCustomPrompt="1"/>
          </p:nvPr>
        </p:nvSpPr>
        <p:spPr>
          <a:xfrm>
            <a:off x="8946000" y="3015920"/>
            <a:ext cx="2525712" cy="530225"/>
          </a:xfrm>
        </p:spPr>
        <p:txBody>
          <a:bodyPr lIns="144000">
            <a:noAutofit/>
          </a:bodyPr>
          <a:lstStyle>
            <a:lvl1pPr>
              <a:defRPr sz="1900" b="0">
                <a:solidFill>
                  <a:schemeClr val="accent1"/>
                </a:solidFill>
                <a:latin typeface="+mj-lt"/>
              </a:defRPr>
            </a:lvl1pPr>
            <a:lvl2pPr>
              <a:defRPr sz="1900" b="0">
                <a:solidFill>
                  <a:schemeClr val="accent1"/>
                </a:solidFill>
                <a:latin typeface="+mj-lt"/>
              </a:defRPr>
            </a:lvl2pPr>
            <a:lvl3pPr>
              <a:defRPr sz="1900" b="0">
                <a:solidFill>
                  <a:schemeClr val="accent1"/>
                </a:solidFill>
                <a:latin typeface="+mj-lt"/>
              </a:defRPr>
            </a:lvl3pPr>
            <a:lvl4pPr>
              <a:defRPr sz="1900" b="0">
                <a:solidFill>
                  <a:schemeClr val="accent1"/>
                </a:solidFill>
                <a:latin typeface="+mj-lt"/>
              </a:defRPr>
            </a:lvl4pPr>
            <a:lvl5pPr>
              <a:defRPr sz="1900" b="0">
                <a:solidFill>
                  <a:schemeClr val="accent1"/>
                </a:solidFill>
                <a:latin typeface="+mj-lt"/>
              </a:defRPr>
            </a:lvl5pPr>
          </a:lstStyle>
          <a:p>
            <a:pPr lvl="0"/>
            <a:r>
              <a:rPr lang="en-US" dirty="0"/>
              <a:t>Heading Text</a:t>
            </a:r>
            <a:endParaRPr lang="en-GB" dirty="0"/>
          </a:p>
        </p:txBody>
      </p:sp>
      <p:sp>
        <p:nvSpPr>
          <p:cNvPr id="3" name="Text Placeholder 8">
            <a:extLst>
              <a:ext uri="{FF2B5EF4-FFF2-40B4-BE49-F238E27FC236}">
                <a16:creationId xmlns:a16="http://schemas.microsoft.com/office/drawing/2014/main" id="{164A96F8-2277-4404-8A89-F7AAC7CCCF09}"/>
              </a:ext>
            </a:extLst>
          </p:cNvPr>
          <p:cNvSpPr>
            <a:spLocks noGrp="1"/>
          </p:cNvSpPr>
          <p:nvPr>
            <p:ph type="body" sz="quarter" idx="15"/>
          </p:nvPr>
        </p:nvSpPr>
        <p:spPr>
          <a:xfrm flipH="1">
            <a:off x="720000" y="3054022"/>
            <a:ext cx="7200" cy="3096000"/>
          </a:xfrm>
          <a:solidFill>
            <a:schemeClr val="accent2"/>
          </a:solidFill>
        </p:spPr>
        <p:txBody>
          <a:bodyPr/>
          <a:lstStyle>
            <a:lvl1pPr>
              <a:defRPr>
                <a:noFill/>
              </a:defRPr>
            </a:lvl1pPr>
          </a:lstStyle>
          <a:p>
            <a:pPr lvl="0"/>
            <a:endParaRPr lang="en-GB" dirty="0"/>
          </a:p>
        </p:txBody>
      </p:sp>
      <p:sp>
        <p:nvSpPr>
          <p:cNvPr id="15" name="Text Placeholder 8">
            <a:extLst>
              <a:ext uri="{FF2B5EF4-FFF2-40B4-BE49-F238E27FC236}">
                <a16:creationId xmlns:a16="http://schemas.microsoft.com/office/drawing/2014/main" id="{739F97ED-094A-20C7-9399-FD8CCB4559A5}"/>
              </a:ext>
            </a:extLst>
          </p:cNvPr>
          <p:cNvSpPr>
            <a:spLocks noGrp="1"/>
          </p:cNvSpPr>
          <p:nvPr>
            <p:ph type="body" sz="quarter" idx="41"/>
          </p:nvPr>
        </p:nvSpPr>
        <p:spPr>
          <a:xfrm flipH="1">
            <a:off x="3453077" y="3054022"/>
            <a:ext cx="7200" cy="3096000"/>
          </a:xfrm>
          <a:solidFill>
            <a:schemeClr val="accent2"/>
          </a:solidFill>
        </p:spPr>
        <p:txBody>
          <a:bodyPr/>
          <a:lstStyle>
            <a:lvl1pPr>
              <a:defRPr>
                <a:noFill/>
              </a:defRPr>
            </a:lvl1pPr>
          </a:lstStyle>
          <a:p>
            <a:pPr lvl="0"/>
            <a:endParaRPr lang="en-GB" dirty="0"/>
          </a:p>
        </p:txBody>
      </p:sp>
      <p:sp>
        <p:nvSpPr>
          <p:cNvPr id="16" name="Text Placeholder 8">
            <a:extLst>
              <a:ext uri="{FF2B5EF4-FFF2-40B4-BE49-F238E27FC236}">
                <a16:creationId xmlns:a16="http://schemas.microsoft.com/office/drawing/2014/main" id="{89C1E615-9E7D-AB1E-B5A1-4F9BD49ABCE7}"/>
              </a:ext>
            </a:extLst>
          </p:cNvPr>
          <p:cNvSpPr>
            <a:spLocks noGrp="1"/>
          </p:cNvSpPr>
          <p:nvPr>
            <p:ph type="body" sz="quarter" idx="42"/>
          </p:nvPr>
        </p:nvSpPr>
        <p:spPr>
          <a:xfrm flipH="1">
            <a:off x="6196245" y="3054022"/>
            <a:ext cx="7200" cy="3096000"/>
          </a:xfrm>
          <a:solidFill>
            <a:schemeClr val="accent2"/>
          </a:solidFill>
        </p:spPr>
        <p:txBody>
          <a:bodyPr/>
          <a:lstStyle>
            <a:lvl1pPr>
              <a:defRPr>
                <a:noFill/>
              </a:defRPr>
            </a:lvl1pPr>
          </a:lstStyle>
          <a:p>
            <a:pPr lvl="0"/>
            <a:endParaRPr lang="en-GB" dirty="0"/>
          </a:p>
        </p:txBody>
      </p:sp>
      <p:sp>
        <p:nvSpPr>
          <p:cNvPr id="17" name="Text Placeholder 8">
            <a:extLst>
              <a:ext uri="{FF2B5EF4-FFF2-40B4-BE49-F238E27FC236}">
                <a16:creationId xmlns:a16="http://schemas.microsoft.com/office/drawing/2014/main" id="{B0118DC5-AFF7-FF99-FC25-91FD15727484}"/>
              </a:ext>
            </a:extLst>
          </p:cNvPr>
          <p:cNvSpPr>
            <a:spLocks noGrp="1"/>
          </p:cNvSpPr>
          <p:nvPr>
            <p:ph type="body" sz="quarter" idx="43"/>
          </p:nvPr>
        </p:nvSpPr>
        <p:spPr>
          <a:xfrm flipH="1">
            <a:off x="8947588" y="3054022"/>
            <a:ext cx="7200" cy="3096000"/>
          </a:xfrm>
          <a:solidFill>
            <a:schemeClr val="accent2"/>
          </a:solidFill>
        </p:spPr>
        <p:txBody>
          <a:bodyPr/>
          <a:lstStyle>
            <a:lvl1pPr>
              <a:defRPr>
                <a:noFill/>
              </a:defRPr>
            </a:lvl1pPr>
          </a:lstStyle>
          <a:p>
            <a:pPr lvl="0"/>
            <a:endParaRPr lang="en-GB" dirty="0"/>
          </a:p>
        </p:txBody>
      </p:sp>
      <p:sp>
        <p:nvSpPr>
          <p:cNvPr id="19" name="Text Placeholder 18">
            <a:extLst>
              <a:ext uri="{FF2B5EF4-FFF2-40B4-BE49-F238E27FC236}">
                <a16:creationId xmlns:a16="http://schemas.microsoft.com/office/drawing/2014/main" id="{D72B2D29-1D0A-9C28-D6E1-BE854E7A93DD}"/>
              </a:ext>
            </a:extLst>
          </p:cNvPr>
          <p:cNvSpPr>
            <a:spLocks noGrp="1"/>
          </p:cNvSpPr>
          <p:nvPr>
            <p:ph type="body" sz="quarter" idx="44"/>
          </p:nvPr>
        </p:nvSpPr>
        <p:spPr>
          <a:xfrm>
            <a:off x="6204001" y="3700704"/>
            <a:ext cx="2525712" cy="172721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8">
            <a:extLst>
              <a:ext uri="{FF2B5EF4-FFF2-40B4-BE49-F238E27FC236}">
                <a16:creationId xmlns:a16="http://schemas.microsoft.com/office/drawing/2014/main" id="{5B5BA427-C805-4992-2FB9-A62F8ACDE44D}"/>
              </a:ext>
            </a:extLst>
          </p:cNvPr>
          <p:cNvSpPr>
            <a:spLocks noGrp="1"/>
          </p:cNvSpPr>
          <p:nvPr>
            <p:ph type="body" sz="quarter" idx="45"/>
          </p:nvPr>
        </p:nvSpPr>
        <p:spPr>
          <a:xfrm>
            <a:off x="3460751" y="3700704"/>
            <a:ext cx="2525712" cy="172721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4" name="Text Placeholder 18">
            <a:extLst>
              <a:ext uri="{FF2B5EF4-FFF2-40B4-BE49-F238E27FC236}">
                <a16:creationId xmlns:a16="http://schemas.microsoft.com/office/drawing/2014/main" id="{E09008C4-17A2-D84B-0A59-8DC4575FB456}"/>
              </a:ext>
            </a:extLst>
          </p:cNvPr>
          <p:cNvSpPr>
            <a:spLocks noGrp="1"/>
          </p:cNvSpPr>
          <p:nvPr>
            <p:ph type="body" sz="quarter" idx="46"/>
          </p:nvPr>
        </p:nvSpPr>
        <p:spPr>
          <a:xfrm>
            <a:off x="717164" y="3700704"/>
            <a:ext cx="2525712" cy="172721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Text Placeholder 18">
            <a:extLst>
              <a:ext uri="{FF2B5EF4-FFF2-40B4-BE49-F238E27FC236}">
                <a16:creationId xmlns:a16="http://schemas.microsoft.com/office/drawing/2014/main" id="{BDF12E3D-EC38-CD7B-6094-28F898EF808B}"/>
              </a:ext>
            </a:extLst>
          </p:cNvPr>
          <p:cNvSpPr>
            <a:spLocks noGrp="1"/>
          </p:cNvSpPr>
          <p:nvPr>
            <p:ph type="body" sz="quarter" idx="47"/>
          </p:nvPr>
        </p:nvSpPr>
        <p:spPr>
          <a:xfrm>
            <a:off x="8954788" y="3700704"/>
            <a:ext cx="2525712" cy="1727216"/>
          </a:xfrm>
        </p:spPr>
        <p:txBody>
          <a:bodyPr lIns="14400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7">
            <a:extLst>
              <a:ext uri="{FF2B5EF4-FFF2-40B4-BE49-F238E27FC236}">
                <a16:creationId xmlns:a16="http://schemas.microsoft.com/office/drawing/2014/main" id="{4EDA67FB-3240-6458-EA2A-8E3D189450F2}"/>
              </a:ext>
            </a:extLst>
          </p:cNvPr>
          <p:cNvSpPr>
            <a:spLocks noGrp="1"/>
          </p:cNvSpPr>
          <p:nvPr>
            <p:ph type="ftr" sz="quarter" idx="49"/>
          </p:nvPr>
        </p:nvSpPr>
        <p:spPr/>
        <p:txBody>
          <a:bodyPr/>
          <a:lstStyle/>
          <a:p>
            <a:r>
              <a:rPr lang="en-GB"/>
              <a:t>Confidential</a:t>
            </a:r>
            <a:endParaRPr lang="en-GB" dirty="0"/>
          </a:p>
        </p:txBody>
      </p:sp>
    </p:spTree>
    <p:extLst>
      <p:ext uri="{BB962C8B-B14F-4D97-AF65-F5344CB8AC3E}">
        <p14:creationId xmlns:p14="http://schemas.microsoft.com/office/powerpoint/2010/main" val="1792054345"/>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orient="horz" pos="4000" userDrawn="1">
          <p15:clr>
            <a:srgbClr val="8F8F8F"/>
          </p15:clr>
        </p15:guide>
        <p15:guide id="6" orient="horz" pos="4176" userDrawn="1">
          <p15:clr>
            <a:srgbClr val="8F8F8F"/>
          </p15:clr>
        </p15:guide>
        <p15:guide id="7" pos="453" userDrawn="1">
          <p15:clr>
            <a:srgbClr val="FF96FF"/>
          </p15:clr>
        </p15:guide>
        <p15:guide id="8" pos="2044" userDrawn="1">
          <p15:clr>
            <a:srgbClr val="FF96FF"/>
          </p15:clr>
        </p15:guide>
        <p15:guide id="9" pos="2180" userDrawn="1">
          <p15:clr>
            <a:srgbClr val="FF96FF"/>
          </p15:clr>
        </p15:guide>
        <p15:guide id="10" pos="3771" userDrawn="1">
          <p15:clr>
            <a:srgbClr val="FF96FF"/>
          </p15:clr>
        </p15:guide>
        <p15:guide id="11" pos="3907" userDrawn="1">
          <p15:clr>
            <a:srgbClr val="FF96FF"/>
          </p15:clr>
        </p15:guide>
        <p15:guide id="12" pos="5498" userDrawn="1">
          <p15:clr>
            <a:srgbClr val="FF96FF"/>
          </p15:clr>
        </p15:guide>
        <p15:guide id="13" pos="5634" userDrawn="1">
          <p15:clr>
            <a:srgbClr val="FF96FF"/>
          </p15:clr>
        </p15:guide>
        <p15:guide id="14" pos="7226" userDrawn="1">
          <p15:clr>
            <a:srgbClr val="FF96FF"/>
          </p15:clr>
        </p15:guide>
        <p15:guide id="15" orient="horz" pos="1933"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ighlights Blu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7" name="Text Placeholder 16">
            <a:extLst>
              <a:ext uri="{FF2B5EF4-FFF2-40B4-BE49-F238E27FC236}">
                <a16:creationId xmlns:a16="http://schemas.microsoft.com/office/drawing/2014/main" id="{69E1DA66-C52D-1817-01E4-4F72B9EC9EAF}"/>
              </a:ext>
            </a:extLst>
          </p:cNvPr>
          <p:cNvSpPr>
            <a:spLocks noGrp="1"/>
          </p:cNvSpPr>
          <p:nvPr>
            <p:ph type="body" sz="quarter" idx="21" hasCustomPrompt="1"/>
          </p:nvPr>
        </p:nvSpPr>
        <p:spPr>
          <a:xfrm>
            <a:off x="720000" y="1440000"/>
            <a:ext cx="10752137" cy="398992"/>
          </a:xfrm>
          <a:noFill/>
        </p:spPr>
        <p:txBody>
          <a:bodyPr>
            <a:noAutofit/>
          </a:bodyPr>
          <a:lstStyle>
            <a:lvl1pPr marL="0" indent="0">
              <a:buFont typeface="Arial" panose="020B0604020202020204" pitchFamily="34" charset="0"/>
              <a:buNone/>
              <a:defRPr sz="1800" b="0">
                <a:solidFill>
                  <a:schemeClr val="accent2"/>
                </a:solidFill>
                <a:latin typeface="+mj-lt"/>
              </a:defRPr>
            </a:lvl1pPr>
            <a:lvl2pPr marL="0" indent="0">
              <a:buFont typeface="Arial" panose="020B0604020202020204" pitchFamily="34" charset="0"/>
              <a:buNone/>
              <a:defRPr sz="1800" b="0">
                <a:solidFill>
                  <a:schemeClr val="accent2"/>
                </a:solidFill>
                <a:latin typeface="+mj-lt"/>
              </a:defRPr>
            </a:lvl2pPr>
            <a:lvl3pPr marL="0" indent="0">
              <a:buFont typeface="Arial" panose="020B0604020202020204" pitchFamily="34" charset="0"/>
              <a:buNone/>
              <a:defRPr sz="1800" b="0">
                <a:solidFill>
                  <a:schemeClr val="accent2"/>
                </a:solidFill>
                <a:latin typeface="+mj-lt"/>
              </a:defRPr>
            </a:lvl3pPr>
            <a:lvl4pPr marL="0" indent="0">
              <a:buFont typeface="Arial" panose="020B0604020202020204" pitchFamily="34" charset="0"/>
              <a:buNone/>
              <a:defRPr sz="1800" b="0">
                <a:solidFill>
                  <a:schemeClr val="accent2"/>
                </a:solidFill>
                <a:latin typeface="+mj-lt"/>
              </a:defRPr>
            </a:lvl4pPr>
            <a:lvl5pPr marL="0" indent="0">
              <a:buNone/>
              <a:defRPr sz="1800" b="0">
                <a:solidFill>
                  <a:schemeClr val="accent2"/>
                </a:solidFill>
                <a:latin typeface="+mj-lt"/>
              </a:defRPr>
            </a:lvl5pPr>
          </a:lstStyle>
          <a:p>
            <a:pPr lvl="0"/>
            <a:r>
              <a:rPr lang="en-US" dirty="0"/>
              <a:t>Intro Paragraph</a:t>
            </a:r>
          </a:p>
        </p:txBody>
      </p:sp>
      <p:sp>
        <p:nvSpPr>
          <p:cNvPr id="5" name="Text Placeholder 4">
            <a:extLst>
              <a:ext uri="{FF2B5EF4-FFF2-40B4-BE49-F238E27FC236}">
                <a16:creationId xmlns:a16="http://schemas.microsoft.com/office/drawing/2014/main" id="{43345D3A-BAC9-DA44-C306-602383D12264}"/>
              </a:ext>
            </a:extLst>
          </p:cNvPr>
          <p:cNvSpPr>
            <a:spLocks noGrp="1"/>
          </p:cNvSpPr>
          <p:nvPr>
            <p:ph type="body" sz="quarter" idx="25"/>
          </p:nvPr>
        </p:nvSpPr>
        <p:spPr>
          <a:xfrm>
            <a:off x="719138" y="1930399"/>
            <a:ext cx="3440112" cy="3539067"/>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6" name="Text Placeholder 4">
            <a:extLst>
              <a:ext uri="{FF2B5EF4-FFF2-40B4-BE49-F238E27FC236}">
                <a16:creationId xmlns:a16="http://schemas.microsoft.com/office/drawing/2014/main" id="{5F53DBE7-6AD2-E5E6-FCBF-2473377CBA57}"/>
              </a:ext>
            </a:extLst>
          </p:cNvPr>
          <p:cNvSpPr>
            <a:spLocks noGrp="1"/>
          </p:cNvSpPr>
          <p:nvPr>
            <p:ph type="body" sz="quarter" idx="26"/>
          </p:nvPr>
        </p:nvSpPr>
        <p:spPr>
          <a:xfrm>
            <a:off x="4375944" y="1930399"/>
            <a:ext cx="3440112" cy="3539067"/>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Text Placeholder 4">
            <a:extLst>
              <a:ext uri="{FF2B5EF4-FFF2-40B4-BE49-F238E27FC236}">
                <a16:creationId xmlns:a16="http://schemas.microsoft.com/office/drawing/2014/main" id="{5A61210F-A4D8-BF4A-3A4E-2D7C09BEA725}"/>
              </a:ext>
            </a:extLst>
          </p:cNvPr>
          <p:cNvSpPr>
            <a:spLocks noGrp="1"/>
          </p:cNvSpPr>
          <p:nvPr>
            <p:ph type="body" sz="quarter" idx="27"/>
          </p:nvPr>
        </p:nvSpPr>
        <p:spPr>
          <a:xfrm>
            <a:off x="8031163" y="1930399"/>
            <a:ext cx="3440112" cy="3539067"/>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Footer Placeholder 7">
            <a:extLst>
              <a:ext uri="{FF2B5EF4-FFF2-40B4-BE49-F238E27FC236}">
                <a16:creationId xmlns:a16="http://schemas.microsoft.com/office/drawing/2014/main" id="{59A656D1-80F5-D643-1B1D-88FD180C3AA0}"/>
              </a:ext>
            </a:extLst>
          </p:cNvPr>
          <p:cNvSpPr>
            <a:spLocks noGrp="1"/>
          </p:cNvSpPr>
          <p:nvPr>
            <p:ph type="ftr" sz="quarter" idx="29"/>
          </p:nvPr>
        </p:nvSpPr>
        <p:spPr/>
        <p:txBody>
          <a:bodyPr/>
          <a:lstStyle/>
          <a:p>
            <a:r>
              <a:rPr lang="en-GB"/>
              <a:t>Confidential</a:t>
            </a:r>
            <a:endParaRPr lang="en-GB" dirty="0"/>
          </a:p>
        </p:txBody>
      </p:sp>
    </p:spTree>
    <p:extLst>
      <p:ext uri="{BB962C8B-B14F-4D97-AF65-F5344CB8AC3E}">
        <p14:creationId xmlns:p14="http://schemas.microsoft.com/office/powerpoint/2010/main" val="2305154611"/>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8" pos="4923" userDrawn="1">
          <p15:clr>
            <a:srgbClr val="FF96FF"/>
          </p15:clr>
        </p15:guide>
        <p15:guide id="9" pos="5059" userDrawn="1">
          <p15:clr>
            <a:srgbClr val="FF96FF"/>
          </p15:clr>
        </p15:guide>
        <p15:guide id="10" pos="7226" userDrawn="1">
          <p15:clr>
            <a:srgbClr val="FF96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Highlights Blu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noAutofit/>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noAutofit/>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7" name="Text Placeholder 16">
            <a:extLst>
              <a:ext uri="{FF2B5EF4-FFF2-40B4-BE49-F238E27FC236}">
                <a16:creationId xmlns:a16="http://schemas.microsoft.com/office/drawing/2014/main" id="{69E1DA66-C52D-1817-01E4-4F72B9EC9EAF}"/>
              </a:ext>
            </a:extLst>
          </p:cNvPr>
          <p:cNvSpPr>
            <a:spLocks noGrp="1"/>
          </p:cNvSpPr>
          <p:nvPr>
            <p:ph type="body" sz="quarter" idx="21" hasCustomPrompt="1"/>
          </p:nvPr>
        </p:nvSpPr>
        <p:spPr>
          <a:xfrm>
            <a:off x="720000" y="1440000"/>
            <a:ext cx="10752137" cy="398992"/>
          </a:xfrm>
          <a:noFill/>
        </p:spPr>
        <p:txBody>
          <a:bodyPr>
            <a:noAutofit/>
          </a:bodyPr>
          <a:lstStyle>
            <a:lvl1pPr marL="0" indent="0">
              <a:buFont typeface="Arial" panose="020B0604020202020204" pitchFamily="34" charset="0"/>
              <a:buNone/>
              <a:defRPr sz="1800" b="0">
                <a:solidFill>
                  <a:schemeClr val="accent2"/>
                </a:solidFill>
                <a:latin typeface="+mj-lt"/>
              </a:defRPr>
            </a:lvl1pPr>
            <a:lvl2pPr marL="0" indent="0">
              <a:buFont typeface="Arial" panose="020B0604020202020204" pitchFamily="34" charset="0"/>
              <a:buNone/>
              <a:defRPr sz="1800" b="0">
                <a:solidFill>
                  <a:schemeClr val="accent2"/>
                </a:solidFill>
                <a:latin typeface="+mj-lt"/>
              </a:defRPr>
            </a:lvl2pPr>
            <a:lvl3pPr marL="0" indent="0">
              <a:buFont typeface="Arial" panose="020B0604020202020204" pitchFamily="34" charset="0"/>
              <a:buNone/>
              <a:defRPr sz="1800" b="0">
                <a:solidFill>
                  <a:schemeClr val="accent2"/>
                </a:solidFill>
                <a:latin typeface="+mj-lt"/>
              </a:defRPr>
            </a:lvl3pPr>
            <a:lvl4pPr marL="0" indent="0">
              <a:buFont typeface="Arial" panose="020B0604020202020204" pitchFamily="34" charset="0"/>
              <a:buNone/>
              <a:defRPr sz="1800" b="0">
                <a:solidFill>
                  <a:schemeClr val="accent2"/>
                </a:solidFill>
                <a:latin typeface="+mj-lt"/>
              </a:defRPr>
            </a:lvl4pPr>
            <a:lvl5pPr marL="0" indent="0">
              <a:buNone/>
              <a:defRPr sz="1800" b="0">
                <a:solidFill>
                  <a:schemeClr val="accent2"/>
                </a:solidFill>
                <a:latin typeface="+mj-lt"/>
              </a:defRPr>
            </a:lvl5pPr>
          </a:lstStyle>
          <a:p>
            <a:pPr lvl="0"/>
            <a:r>
              <a:rPr lang="en-US" dirty="0"/>
              <a:t>Intro Paragraph</a:t>
            </a:r>
          </a:p>
        </p:txBody>
      </p:sp>
      <p:sp>
        <p:nvSpPr>
          <p:cNvPr id="3" name="Text Placeholder 4">
            <a:extLst>
              <a:ext uri="{FF2B5EF4-FFF2-40B4-BE49-F238E27FC236}">
                <a16:creationId xmlns:a16="http://schemas.microsoft.com/office/drawing/2014/main" id="{C34BFDD7-00DD-82C1-3E63-BA4EEA7FDD27}"/>
              </a:ext>
            </a:extLst>
          </p:cNvPr>
          <p:cNvSpPr>
            <a:spLocks noGrp="1"/>
          </p:cNvSpPr>
          <p:nvPr>
            <p:ph type="body" sz="quarter" idx="26"/>
          </p:nvPr>
        </p:nvSpPr>
        <p:spPr>
          <a:xfrm>
            <a:off x="719138" y="1930399"/>
            <a:ext cx="2525712" cy="2520000"/>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5" name="Text Placeholder 4">
            <a:extLst>
              <a:ext uri="{FF2B5EF4-FFF2-40B4-BE49-F238E27FC236}">
                <a16:creationId xmlns:a16="http://schemas.microsoft.com/office/drawing/2014/main" id="{2E15C21F-02C4-3249-F3C1-F149130457ED}"/>
              </a:ext>
            </a:extLst>
          </p:cNvPr>
          <p:cNvSpPr>
            <a:spLocks noGrp="1"/>
          </p:cNvSpPr>
          <p:nvPr>
            <p:ph type="body" sz="quarter" idx="27"/>
          </p:nvPr>
        </p:nvSpPr>
        <p:spPr>
          <a:xfrm>
            <a:off x="3460751" y="1930399"/>
            <a:ext cx="2525712" cy="2520000"/>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6" name="Text Placeholder 4">
            <a:extLst>
              <a:ext uri="{FF2B5EF4-FFF2-40B4-BE49-F238E27FC236}">
                <a16:creationId xmlns:a16="http://schemas.microsoft.com/office/drawing/2014/main" id="{B36D1D5B-61D6-2C86-C1E4-6E57EC8E7E71}"/>
              </a:ext>
            </a:extLst>
          </p:cNvPr>
          <p:cNvSpPr>
            <a:spLocks noGrp="1"/>
          </p:cNvSpPr>
          <p:nvPr>
            <p:ph type="body" sz="quarter" idx="28"/>
          </p:nvPr>
        </p:nvSpPr>
        <p:spPr>
          <a:xfrm>
            <a:off x="6202363" y="1930399"/>
            <a:ext cx="2525712" cy="2520000"/>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2" name="Text Placeholder 4">
            <a:extLst>
              <a:ext uri="{FF2B5EF4-FFF2-40B4-BE49-F238E27FC236}">
                <a16:creationId xmlns:a16="http://schemas.microsoft.com/office/drawing/2014/main" id="{72D71CB5-5239-0270-EFC1-CBD4E59CCFE1}"/>
              </a:ext>
            </a:extLst>
          </p:cNvPr>
          <p:cNvSpPr>
            <a:spLocks noGrp="1"/>
          </p:cNvSpPr>
          <p:nvPr>
            <p:ph type="body" sz="quarter" idx="29"/>
          </p:nvPr>
        </p:nvSpPr>
        <p:spPr>
          <a:xfrm>
            <a:off x="8945563" y="1930399"/>
            <a:ext cx="2525712" cy="2520000"/>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Footer Placeholder 8">
            <a:extLst>
              <a:ext uri="{FF2B5EF4-FFF2-40B4-BE49-F238E27FC236}">
                <a16:creationId xmlns:a16="http://schemas.microsoft.com/office/drawing/2014/main" id="{808FE0AE-672E-9BE8-F4F1-BDEAC72658FF}"/>
              </a:ext>
            </a:extLst>
          </p:cNvPr>
          <p:cNvSpPr>
            <a:spLocks noGrp="1"/>
          </p:cNvSpPr>
          <p:nvPr>
            <p:ph type="ftr" sz="quarter" idx="31"/>
          </p:nvPr>
        </p:nvSpPr>
        <p:spPr/>
        <p:txBody>
          <a:bodyPr/>
          <a:lstStyle/>
          <a:p>
            <a:r>
              <a:rPr lang="en-GB"/>
              <a:t>Confidential</a:t>
            </a:r>
            <a:endParaRPr lang="en-GB" dirty="0"/>
          </a:p>
        </p:txBody>
      </p:sp>
    </p:spTree>
    <p:extLst>
      <p:ext uri="{BB962C8B-B14F-4D97-AF65-F5344CB8AC3E}">
        <p14:creationId xmlns:p14="http://schemas.microsoft.com/office/powerpoint/2010/main" val="1259740436"/>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044" userDrawn="1">
          <p15:clr>
            <a:srgbClr val="FF96FF"/>
          </p15:clr>
        </p15:guide>
        <p15:guide id="7" pos="2180" userDrawn="1">
          <p15:clr>
            <a:srgbClr val="FF96FF"/>
          </p15:clr>
        </p15:guide>
        <p15:guide id="8" pos="3771" userDrawn="1">
          <p15:clr>
            <a:srgbClr val="FF96FF"/>
          </p15:clr>
        </p15:guide>
        <p15:guide id="9" pos="3907" userDrawn="1">
          <p15:clr>
            <a:srgbClr val="FF96FF"/>
          </p15:clr>
        </p15:guide>
        <p15:guide id="10" pos="5498" userDrawn="1">
          <p15:clr>
            <a:srgbClr val="FF96FF"/>
          </p15:clr>
        </p15:guide>
        <p15:guide id="11" pos="5634" userDrawn="1">
          <p15:clr>
            <a:srgbClr val="FF96FF"/>
          </p15:clr>
        </p15:guide>
        <p15:guide id="12" pos="7226" userDrawn="1">
          <p15:clr>
            <a:srgbClr val="FF96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ighlights Blu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noAutofit/>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D8F0977F-3627-0CED-972B-EDFB9397C749}"/>
              </a:ext>
            </a:extLst>
          </p:cNvPr>
          <p:cNvSpPr>
            <a:spLocks noGrp="1"/>
          </p:cNvSpPr>
          <p:nvPr>
            <p:ph type="sldNum" sz="quarter" idx="11"/>
          </p:nvPr>
        </p:nvSpPr>
        <p:spPr/>
        <p:txBody>
          <a:bodyPr>
            <a:noAutofit/>
          </a:bodyPr>
          <a:lstStyle/>
          <a:p>
            <a:fld id="{75A6CFFB-7194-4088-A46E-B1739916A60C}" type="slidenum">
              <a:rPr lang="en-GB" smtClean="0"/>
              <a:pPr/>
              <a:t>‹#›</a:t>
            </a:fld>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7" name="Text Placeholder 16">
            <a:extLst>
              <a:ext uri="{FF2B5EF4-FFF2-40B4-BE49-F238E27FC236}">
                <a16:creationId xmlns:a16="http://schemas.microsoft.com/office/drawing/2014/main" id="{69E1DA66-C52D-1817-01E4-4F72B9EC9EAF}"/>
              </a:ext>
            </a:extLst>
          </p:cNvPr>
          <p:cNvSpPr>
            <a:spLocks noGrp="1"/>
          </p:cNvSpPr>
          <p:nvPr>
            <p:ph type="body" sz="quarter" idx="21" hasCustomPrompt="1"/>
          </p:nvPr>
        </p:nvSpPr>
        <p:spPr>
          <a:xfrm>
            <a:off x="720000" y="1440000"/>
            <a:ext cx="10752137" cy="398992"/>
          </a:xfrm>
          <a:noFill/>
        </p:spPr>
        <p:txBody>
          <a:bodyPr>
            <a:noAutofit/>
          </a:bodyPr>
          <a:lstStyle>
            <a:lvl1pPr marL="0" indent="0">
              <a:buFont typeface="Arial" panose="020B0604020202020204" pitchFamily="34" charset="0"/>
              <a:buNone/>
              <a:defRPr sz="1800" b="0">
                <a:solidFill>
                  <a:schemeClr val="accent2"/>
                </a:solidFill>
                <a:latin typeface="+mj-lt"/>
              </a:defRPr>
            </a:lvl1pPr>
            <a:lvl2pPr marL="0" indent="0">
              <a:buFont typeface="Arial" panose="020B0604020202020204" pitchFamily="34" charset="0"/>
              <a:buNone/>
              <a:defRPr sz="1800" b="0">
                <a:solidFill>
                  <a:schemeClr val="accent2"/>
                </a:solidFill>
                <a:latin typeface="+mj-lt"/>
              </a:defRPr>
            </a:lvl2pPr>
            <a:lvl3pPr marL="0" indent="0">
              <a:buFont typeface="Arial" panose="020B0604020202020204" pitchFamily="34" charset="0"/>
              <a:buNone/>
              <a:defRPr sz="1800" b="0">
                <a:solidFill>
                  <a:schemeClr val="accent2"/>
                </a:solidFill>
                <a:latin typeface="+mj-lt"/>
              </a:defRPr>
            </a:lvl3pPr>
            <a:lvl4pPr marL="0" indent="0">
              <a:buFont typeface="Arial" panose="020B0604020202020204" pitchFamily="34" charset="0"/>
              <a:buNone/>
              <a:defRPr sz="1800" b="0">
                <a:solidFill>
                  <a:schemeClr val="accent2"/>
                </a:solidFill>
                <a:latin typeface="+mj-lt"/>
              </a:defRPr>
            </a:lvl4pPr>
            <a:lvl5pPr marL="0" indent="0">
              <a:buNone/>
              <a:defRPr sz="1800" b="0">
                <a:solidFill>
                  <a:schemeClr val="accent2"/>
                </a:solidFill>
                <a:latin typeface="+mj-lt"/>
              </a:defRPr>
            </a:lvl5pPr>
          </a:lstStyle>
          <a:p>
            <a:pPr lvl="0"/>
            <a:r>
              <a:rPr lang="en-US" dirty="0"/>
              <a:t>Intro Paragraph</a:t>
            </a:r>
          </a:p>
        </p:txBody>
      </p:sp>
      <p:sp>
        <p:nvSpPr>
          <p:cNvPr id="3" name="Text Placeholder 4">
            <a:extLst>
              <a:ext uri="{FF2B5EF4-FFF2-40B4-BE49-F238E27FC236}">
                <a16:creationId xmlns:a16="http://schemas.microsoft.com/office/drawing/2014/main" id="{23606CC2-D4B7-B789-7B76-77A59E055D65}"/>
              </a:ext>
            </a:extLst>
          </p:cNvPr>
          <p:cNvSpPr>
            <a:spLocks noGrp="1"/>
          </p:cNvSpPr>
          <p:nvPr>
            <p:ph type="body" sz="quarter" idx="26"/>
          </p:nvPr>
        </p:nvSpPr>
        <p:spPr>
          <a:xfrm>
            <a:off x="719138" y="1930399"/>
            <a:ext cx="2525712" cy="3539067"/>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5" name="Text Placeholder 4">
            <a:extLst>
              <a:ext uri="{FF2B5EF4-FFF2-40B4-BE49-F238E27FC236}">
                <a16:creationId xmlns:a16="http://schemas.microsoft.com/office/drawing/2014/main" id="{903DD23E-A7DA-50D5-007E-6E58514ED532}"/>
              </a:ext>
            </a:extLst>
          </p:cNvPr>
          <p:cNvSpPr>
            <a:spLocks noGrp="1"/>
          </p:cNvSpPr>
          <p:nvPr>
            <p:ph type="body" sz="quarter" idx="27"/>
          </p:nvPr>
        </p:nvSpPr>
        <p:spPr>
          <a:xfrm>
            <a:off x="3460750" y="1930399"/>
            <a:ext cx="2525712" cy="3539067"/>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6" name="Text Placeholder 4">
            <a:extLst>
              <a:ext uri="{FF2B5EF4-FFF2-40B4-BE49-F238E27FC236}">
                <a16:creationId xmlns:a16="http://schemas.microsoft.com/office/drawing/2014/main" id="{93069EE8-952C-5199-65DE-E4A4AD3833B5}"/>
              </a:ext>
            </a:extLst>
          </p:cNvPr>
          <p:cNvSpPr>
            <a:spLocks noGrp="1"/>
          </p:cNvSpPr>
          <p:nvPr>
            <p:ph type="body" sz="quarter" idx="28"/>
          </p:nvPr>
        </p:nvSpPr>
        <p:spPr>
          <a:xfrm>
            <a:off x="6202363" y="1930399"/>
            <a:ext cx="2525712" cy="3539067"/>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2" name="Text Placeholder 4">
            <a:extLst>
              <a:ext uri="{FF2B5EF4-FFF2-40B4-BE49-F238E27FC236}">
                <a16:creationId xmlns:a16="http://schemas.microsoft.com/office/drawing/2014/main" id="{FE615538-D032-A196-A161-78A0C2256119}"/>
              </a:ext>
            </a:extLst>
          </p:cNvPr>
          <p:cNvSpPr>
            <a:spLocks noGrp="1"/>
          </p:cNvSpPr>
          <p:nvPr>
            <p:ph type="body" sz="quarter" idx="29"/>
          </p:nvPr>
        </p:nvSpPr>
        <p:spPr>
          <a:xfrm>
            <a:off x="8943975" y="1930399"/>
            <a:ext cx="2525712" cy="3539067"/>
          </a:xfrm>
          <a:solidFill>
            <a:srgbClr val="E5F5FB"/>
          </a:solidFill>
        </p:spPr>
        <p:txBody>
          <a:bodyPr lIns="144000" tIns="144000" rIns="144000" bIns="144000"/>
          <a:lstStyle>
            <a:lvl1pPr>
              <a:defRPr>
                <a:solidFill>
                  <a:schemeClr val="accent1"/>
                </a:solidFill>
              </a:defRPr>
            </a:lvl1pPr>
            <a:lvl3pPr>
              <a:defRPr>
                <a:solidFill>
                  <a:schemeClr val="accent1"/>
                </a:solidFill>
              </a:defRPr>
            </a:lvl3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Footer Placeholder 8">
            <a:extLst>
              <a:ext uri="{FF2B5EF4-FFF2-40B4-BE49-F238E27FC236}">
                <a16:creationId xmlns:a16="http://schemas.microsoft.com/office/drawing/2014/main" id="{32590096-8656-6761-BAE6-C79013F1D78F}"/>
              </a:ext>
            </a:extLst>
          </p:cNvPr>
          <p:cNvSpPr>
            <a:spLocks noGrp="1"/>
          </p:cNvSpPr>
          <p:nvPr>
            <p:ph type="ftr" sz="quarter" idx="31"/>
          </p:nvPr>
        </p:nvSpPr>
        <p:spPr/>
        <p:txBody>
          <a:bodyPr/>
          <a:lstStyle/>
          <a:p>
            <a:r>
              <a:rPr lang="en-GB"/>
              <a:t>Confidential</a:t>
            </a:r>
            <a:endParaRPr lang="en-GB" dirty="0"/>
          </a:p>
        </p:txBody>
      </p:sp>
    </p:spTree>
    <p:extLst>
      <p:ext uri="{BB962C8B-B14F-4D97-AF65-F5344CB8AC3E}">
        <p14:creationId xmlns:p14="http://schemas.microsoft.com/office/powerpoint/2010/main" val="1885364766"/>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044" userDrawn="1">
          <p15:clr>
            <a:srgbClr val="FF96FF"/>
          </p15:clr>
        </p15:guide>
        <p15:guide id="7" pos="2180" userDrawn="1">
          <p15:clr>
            <a:srgbClr val="FF96FF"/>
          </p15:clr>
        </p15:guide>
        <p15:guide id="8" pos="3771" userDrawn="1">
          <p15:clr>
            <a:srgbClr val="FF96FF"/>
          </p15:clr>
        </p15:guide>
        <p15:guide id="9" pos="3907" userDrawn="1">
          <p15:clr>
            <a:srgbClr val="FF96FF"/>
          </p15:clr>
        </p15:guide>
        <p15:guide id="10" pos="5498" userDrawn="1">
          <p15:clr>
            <a:srgbClr val="FF96FF"/>
          </p15:clr>
        </p15:guide>
        <p15:guide id="11" pos="5634" userDrawn="1">
          <p15:clr>
            <a:srgbClr val="FF96FF"/>
          </p15:clr>
        </p15:guide>
        <p15:guide id="12" pos="7226" userDrawn="1">
          <p15:clr>
            <a:srgbClr val="FF96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Highlights Blu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noAutofit/>
          </a:bodyPr>
          <a:lstStyle>
            <a:lvl1pPr>
              <a:defRPr>
                <a:solidFill>
                  <a:schemeClr val="bg1"/>
                </a:solidFill>
              </a:defRPr>
            </a:lvl1pPr>
          </a:lstStyle>
          <a:p>
            <a:r>
              <a:rPr lang="en-US" dirty="0"/>
              <a:t>Click to edit Master title style</a:t>
            </a:r>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7" name="Text Placeholder 16">
            <a:extLst>
              <a:ext uri="{FF2B5EF4-FFF2-40B4-BE49-F238E27FC236}">
                <a16:creationId xmlns:a16="http://schemas.microsoft.com/office/drawing/2014/main" id="{69E1DA66-C52D-1817-01E4-4F72B9EC9EAF}"/>
              </a:ext>
            </a:extLst>
          </p:cNvPr>
          <p:cNvSpPr>
            <a:spLocks noGrp="1"/>
          </p:cNvSpPr>
          <p:nvPr>
            <p:ph type="body" sz="quarter" idx="21" hasCustomPrompt="1"/>
          </p:nvPr>
        </p:nvSpPr>
        <p:spPr>
          <a:xfrm>
            <a:off x="720000" y="1440000"/>
            <a:ext cx="10752137" cy="398992"/>
          </a:xfrm>
          <a:noFill/>
        </p:spPr>
        <p:txBody>
          <a:bodyPr>
            <a:noAutofit/>
          </a:bodyPr>
          <a:lstStyle>
            <a:lvl1pPr marL="0" indent="0">
              <a:buFont typeface="Arial" panose="020B0604020202020204" pitchFamily="34" charset="0"/>
              <a:buNone/>
              <a:defRPr sz="1800" b="0">
                <a:solidFill>
                  <a:schemeClr val="accent2"/>
                </a:solidFill>
                <a:latin typeface="+mj-lt"/>
              </a:defRPr>
            </a:lvl1pPr>
            <a:lvl2pPr marL="0" indent="0">
              <a:buFont typeface="Arial" panose="020B0604020202020204" pitchFamily="34" charset="0"/>
              <a:buNone/>
              <a:defRPr sz="1800" b="0">
                <a:solidFill>
                  <a:schemeClr val="accent2"/>
                </a:solidFill>
                <a:latin typeface="+mj-lt"/>
              </a:defRPr>
            </a:lvl2pPr>
            <a:lvl3pPr marL="0" indent="0">
              <a:buFont typeface="Arial" panose="020B0604020202020204" pitchFamily="34" charset="0"/>
              <a:buNone/>
              <a:defRPr sz="1800" b="0">
                <a:solidFill>
                  <a:schemeClr val="accent2"/>
                </a:solidFill>
                <a:latin typeface="+mj-lt"/>
              </a:defRPr>
            </a:lvl3pPr>
            <a:lvl4pPr marL="0" indent="0">
              <a:buFont typeface="Arial" panose="020B0604020202020204" pitchFamily="34" charset="0"/>
              <a:buNone/>
              <a:defRPr sz="1800" b="0">
                <a:solidFill>
                  <a:schemeClr val="accent2"/>
                </a:solidFill>
                <a:latin typeface="+mj-lt"/>
              </a:defRPr>
            </a:lvl4pPr>
            <a:lvl5pPr marL="0" indent="0">
              <a:buNone/>
              <a:defRPr sz="1800" b="0">
                <a:solidFill>
                  <a:schemeClr val="accent2"/>
                </a:solidFill>
                <a:latin typeface="+mj-lt"/>
              </a:defRPr>
            </a:lvl5pPr>
          </a:lstStyle>
          <a:p>
            <a:pPr lvl="0"/>
            <a:r>
              <a:rPr lang="en-US" dirty="0"/>
              <a:t>Intro Paragraph</a:t>
            </a:r>
          </a:p>
        </p:txBody>
      </p:sp>
      <p:sp>
        <p:nvSpPr>
          <p:cNvPr id="3" name="Text Placeholder 4">
            <a:extLst>
              <a:ext uri="{FF2B5EF4-FFF2-40B4-BE49-F238E27FC236}">
                <a16:creationId xmlns:a16="http://schemas.microsoft.com/office/drawing/2014/main" id="{56682224-CA44-615A-835E-17A04159A9C3}"/>
              </a:ext>
            </a:extLst>
          </p:cNvPr>
          <p:cNvSpPr>
            <a:spLocks noGrp="1"/>
          </p:cNvSpPr>
          <p:nvPr>
            <p:ph type="body" sz="quarter" idx="28"/>
          </p:nvPr>
        </p:nvSpPr>
        <p:spPr>
          <a:xfrm>
            <a:off x="720000" y="1892283"/>
            <a:ext cx="3440112" cy="3540125"/>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2" name="Text Placeholder 4">
            <a:extLst>
              <a:ext uri="{FF2B5EF4-FFF2-40B4-BE49-F238E27FC236}">
                <a16:creationId xmlns:a16="http://schemas.microsoft.com/office/drawing/2014/main" id="{6810EC41-E6D3-29C5-5956-F630959D5D31}"/>
              </a:ext>
            </a:extLst>
          </p:cNvPr>
          <p:cNvSpPr>
            <a:spLocks noGrp="1"/>
          </p:cNvSpPr>
          <p:nvPr>
            <p:ph type="body" sz="quarter" idx="29"/>
          </p:nvPr>
        </p:nvSpPr>
        <p:spPr>
          <a:xfrm>
            <a:off x="4375150" y="1892283"/>
            <a:ext cx="3440112" cy="3540125"/>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3" name="Text Placeholder 4">
            <a:extLst>
              <a:ext uri="{FF2B5EF4-FFF2-40B4-BE49-F238E27FC236}">
                <a16:creationId xmlns:a16="http://schemas.microsoft.com/office/drawing/2014/main" id="{88AF719E-BB61-6DCF-F196-9CEB351165DB}"/>
              </a:ext>
            </a:extLst>
          </p:cNvPr>
          <p:cNvSpPr>
            <a:spLocks noGrp="1"/>
          </p:cNvSpPr>
          <p:nvPr>
            <p:ph type="body" sz="quarter" idx="30"/>
          </p:nvPr>
        </p:nvSpPr>
        <p:spPr>
          <a:xfrm>
            <a:off x="8031163" y="1892283"/>
            <a:ext cx="3440112" cy="3540125"/>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Slide Number Placeholder 8">
            <a:extLst>
              <a:ext uri="{FF2B5EF4-FFF2-40B4-BE49-F238E27FC236}">
                <a16:creationId xmlns:a16="http://schemas.microsoft.com/office/drawing/2014/main" id="{152003D4-E904-2F7F-FEDA-04C51BF7FEBC}"/>
              </a:ext>
            </a:extLst>
          </p:cNvPr>
          <p:cNvSpPr>
            <a:spLocks noGrp="1"/>
          </p:cNvSpPr>
          <p:nvPr>
            <p:ph type="sldNum" sz="quarter" idx="33"/>
          </p:nvPr>
        </p:nvSpPr>
        <p:spPr/>
        <p:txBody>
          <a:bodyPr/>
          <a:lstStyle>
            <a:lvl1pPr>
              <a:defRPr>
                <a:solidFill>
                  <a:schemeClr val="bg1"/>
                </a:solidFill>
              </a:defRPr>
            </a:lvl1pPr>
          </a:lstStyle>
          <a:p>
            <a:fld id="{75A6CFFB-7194-4088-A46E-B1739916A60C}" type="slidenum">
              <a:rPr lang="en-GB" smtClean="0"/>
              <a:pPr/>
              <a:t>‹#›</a:t>
            </a:fld>
            <a:endParaRPr lang="en-GB" dirty="0"/>
          </a:p>
        </p:txBody>
      </p:sp>
      <p:sp>
        <p:nvSpPr>
          <p:cNvPr id="4" name="Rectangle 3">
            <a:extLst>
              <a:ext uri="{FF2B5EF4-FFF2-40B4-BE49-F238E27FC236}">
                <a16:creationId xmlns:a16="http://schemas.microsoft.com/office/drawing/2014/main" id="{392DBBA2-C582-20C8-B7D9-168EABCFC785}"/>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5" name="Name_Title" descr="{&quot;templafy&quot;:{&quot;id&quot;:&quot;f024e5b5-a938-4c6a-a92b-6441abdd19c0&quot;}}">
            <a:extLst>
              <a:ext uri="{FF2B5EF4-FFF2-40B4-BE49-F238E27FC236}">
                <a16:creationId xmlns:a16="http://schemas.microsoft.com/office/drawing/2014/main" id="{F3888D88-31BF-FEE9-A832-984F59571B44}"/>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1"/>
                </a:solidFill>
              </a:rPr>
              <a:t>Turner &amp; Townsend</a:t>
            </a:r>
          </a:p>
        </p:txBody>
      </p:sp>
      <p:cxnSp>
        <p:nvCxnSpPr>
          <p:cNvPr id="8" name="Straight Connector 7">
            <a:extLst>
              <a:ext uri="{FF2B5EF4-FFF2-40B4-BE49-F238E27FC236}">
                <a16:creationId xmlns:a16="http://schemas.microsoft.com/office/drawing/2014/main" id="{D2FC587B-7002-2E02-A2FB-4D74246C134F}"/>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850A7413-BBE5-2C5E-6F9F-EF1316FE4BDB}"/>
              </a:ext>
            </a:extLst>
          </p:cNvPr>
          <p:cNvSpPr>
            <a:spLocks noGrp="1"/>
          </p:cNvSpPr>
          <p:nvPr>
            <p:ph type="ftr" sz="quarter" idx="35"/>
          </p:nvPr>
        </p:nvSpPr>
        <p:spPr/>
        <p:txBody>
          <a:bodyPr/>
          <a:lstStyle>
            <a:lvl1pPr>
              <a:defRPr>
                <a:solidFill>
                  <a:schemeClr val="bg1"/>
                </a:solidFill>
              </a:defRPr>
            </a:lvl1pPr>
          </a:lstStyle>
          <a:p>
            <a:r>
              <a:rPr lang="en-GB"/>
              <a:t>Confidential</a:t>
            </a:r>
            <a:endParaRPr lang="en-GB" dirty="0"/>
          </a:p>
        </p:txBody>
      </p:sp>
    </p:spTree>
    <p:extLst>
      <p:ext uri="{BB962C8B-B14F-4D97-AF65-F5344CB8AC3E}">
        <p14:creationId xmlns:p14="http://schemas.microsoft.com/office/powerpoint/2010/main" val="189740067"/>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620" userDrawn="1">
          <p15:clr>
            <a:srgbClr val="FF96FF"/>
          </p15:clr>
        </p15:guide>
        <p15:guide id="7" pos="2756" userDrawn="1">
          <p15:clr>
            <a:srgbClr val="FF96FF"/>
          </p15:clr>
        </p15:guide>
        <p15:guide id="8" pos="4923" userDrawn="1">
          <p15:clr>
            <a:srgbClr val="FF96FF"/>
          </p15:clr>
        </p15:guide>
        <p15:guide id="9" pos="5059" userDrawn="1">
          <p15:clr>
            <a:srgbClr val="FF96FF"/>
          </p15:clr>
        </p15:guide>
        <p15:guide id="10" pos="7226" userDrawn="1">
          <p15:clr>
            <a:srgbClr val="FF96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Highlights Blu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noAutofit/>
          </a:bodyPr>
          <a:lstStyle>
            <a:lvl1pPr>
              <a:defRPr>
                <a:solidFill>
                  <a:schemeClr val="bg1"/>
                </a:solidFill>
              </a:defRPr>
            </a:lvl1pPr>
          </a:lstStyle>
          <a:p>
            <a:r>
              <a:rPr lang="en-US" dirty="0"/>
              <a:t>Click to edit Master title style</a:t>
            </a:r>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17" name="Text Placeholder 16">
            <a:extLst>
              <a:ext uri="{FF2B5EF4-FFF2-40B4-BE49-F238E27FC236}">
                <a16:creationId xmlns:a16="http://schemas.microsoft.com/office/drawing/2014/main" id="{69E1DA66-C52D-1817-01E4-4F72B9EC9EAF}"/>
              </a:ext>
            </a:extLst>
          </p:cNvPr>
          <p:cNvSpPr>
            <a:spLocks noGrp="1"/>
          </p:cNvSpPr>
          <p:nvPr>
            <p:ph type="body" sz="quarter" idx="21" hasCustomPrompt="1"/>
          </p:nvPr>
        </p:nvSpPr>
        <p:spPr>
          <a:xfrm>
            <a:off x="720000" y="1440000"/>
            <a:ext cx="10752137" cy="398992"/>
          </a:xfrm>
          <a:noFill/>
        </p:spPr>
        <p:txBody>
          <a:bodyPr>
            <a:noAutofit/>
          </a:bodyPr>
          <a:lstStyle>
            <a:lvl1pPr marL="0" indent="0">
              <a:buFont typeface="Arial" panose="020B0604020202020204" pitchFamily="34" charset="0"/>
              <a:buNone/>
              <a:defRPr sz="1800" b="0">
                <a:solidFill>
                  <a:schemeClr val="accent2"/>
                </a:solidFill>
                <a:latin typeface="+mj-lt"/>
              </a:defRPr>
            </a:lvl1pPr>
            <a:lvl2pPr marL="0" indent="0">
              <a:buFont typeface="Arial" panose="020B0604020202020204" pitchFamily="34" charset="0"/>
              <a:buNone/>
              <a:defRPr sz="1800" b="0">
                <a:solidFill>
                  <a:schemeClr val="accent2"/>
                </a:solidFill>
                <a:latin typeface="+mj-lt"/>
              </a:defRPr>
            </a:lvl2pPr>
            <a:lvl3pPr marL="0" indent="0">
              <a:buFont typeface="Arial" panose="020B0604020202020204" pitchFamily="34" charset="0"/>
              <a:buNone/>
              <a:defRPr sz="1800" b="0">
                <a:solidFill>
                  <a:schemeClr val="accent2"/>
                </a:solidFill>
                <a:latin typeface="+mj-lt"/>
              </a:defRPr>
            </a:lvl3pPr>
            <a:lvl4pPr marL="0" indent="0">
              <a:buFont typeface="Arial" panose="020B0604020202020204" pitchFamily="34" charset="0"/>
              <a:buNone/>
              <a:defRPr sz="1800" b="0">
                <a:solidFill>
                  <a:schemeClr val="accent2"/>
                </a:solidFill>
                <a:latin typeface="+mj-lt"/>
              </a:defRPr>
            </a:lvl4pPr>
            <a:lvl5pPr marL="0" indent="0">
              <a:buNone/>
              <a:defRPr sz="1800" b="0">
                <a:solidFill>
                  <a:schemeClr val="accent2"/>
                </a:solidFill>
                <a:latin typeface="+mj-lt"/>
              </a:defRPr>
            </a:lvl5pPr>
          </a:lstStyle>
          <a:p>
            <a:pPr lvl="0"/>
            <a:r>
              <a:rPr lang="en-US" dirty="0"/>
              <a:t>Intro Paragraph</a:t>
            </a:r>
          </a:p>
        </p:txBody>
      </p:sp>
      <p:sp>
        <p:nvSpPr>
          <p:cNvPr id="3" name="Text Placeholder 4">
            <a:extLst>
              <a:ext uri="{FF2B5EF4-FFF2-40B4-BE49-F238E27FC236}">
                <a16:creationId xmlns:a16="http://schemas.microsoft.com/office/drawing/2014/main" id="{EECC74D0-9483-E3DE-14CF-2E19B480CFB1}"/>
              </a:ext>
            </a:extLst>
          </p:cNvPr>
          <p:cNvSpPr>
            <a:spLocks noGrp="1"/>
          </p:cNvSpPr>
          <p:nvPr>
            <p:ph type="body" sz="quarter" idx="29"/>
          </p:nvPr>
        </p:nvSpPr>
        <p:spPr>
          <a:xfrm>
            <a:off x="720000" y="1892283"/>
            <a:ext cx="2526000" cy="252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2" name="Text Placeholder 4">
            <a:extLst>
              <a:ext uri="{FF2B5EF4-FFF2-40B4-BE49-F238E27FC236}">
                <a16:creationId xmlns:a16="http://schemas.microsoft.com/office/drawing/2014/main" id="{628F4348-BAAE-A0FC-64C4-480E5B2B4A1E}"/>
              </a:ext>
            </a:extLst>
          </p:cNvPr>
          <p:cNvSpPr>
            <a:spLocks noGrp="1"/>
          </p:cNvSpPr>
          <p:nvPr>
            <p:ph type="body" sz="quarter" idx="30"/>
          </p:nvPr>
        </p:nvSpPr>
        <p:spPr>
          <a:xfrm>
            <a:off x="3460750" y="1892283"/>
            <a:ext cx="2526000" cy="252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3" name="Text Placeholder 4">
            <a:extLst>
              <a:ext uri="{FF2B5EF4-FFF2-40B4-BE49-F238E27FC236}">
                <a16:creationId xmlns:a16="http://schemas.microsoft.com/office/drawing/2014/main" id="{5DF89B11-FA96-A915-5B07-3295DA4F0535}"/>
              </a:ext>
            </a:extLst>
          </p:cNvPr>
          <p:cNvSpPr>
            <a:spLocks noGrp="1"/>
          </p:cNvSpPr>
          <p:nvPr>
            <p:ph type="body" sz="quarter" idx="31"/>
          </p:nvPr>
        </p:nvSpPr>
        <p:spPr>
          <a:xfrm>
            <a:off x="6202363" y="1892283"/>
            <a:ext cx="2526000" cy="252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8" name="Text Placeholder 4">
            <a:extLst>
              <a:ext uri="{FF2B5EF4-FFF2-40B4-BE49-F238E27FC236}">
                <a16:creationId xmlns:a16="http://schemas.microsoft.com/office/drawing/2014/main" id="{EFD73F63-96AC-B9AF-265A-58357CEFB4B9}"/>
              </a:ext>
            </a:extLst>
          </p:cNvPr>
          <p:cNvSpPr>
            <a:spLocks noGrp="1"/>
          </p:cNvSpPr>
          <p:nvPr>
            <p:ph type="body" sz="quarter" idx="32"/>
          </p:nvPr>
        </p:nvSpPr>
        <p:spPr>
          <a:xfrm>
            <a:off x="8943975" y="1892283"/>
            <a:ext cx="2526000" cy="252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Slide Number Placeholder 7">
            <a:extLst>
              <a:ext uri="{FF2B5EF4-FFF2-40B4-BE49-F238E27FC236}">
                <a16:creationId xmlns:a16="http://schemas.microsoft.com/office/drawing/2014/main" id="{FD55D652-4E88-9FCD-EC4B-32970E161991}"/>
              </a:ext>
            </a:extLst>
          </p:cNvPr>
          <p:cNvSpPr>
            <a:spLocks noGrp="1"/>
          </p:cNvSpPr>
          <p:nvPr>
            <p:ph type="sldNum" sz="quarter" idx="35"/>
          </p:nvPr>
        </p:nvSpPr>
        <p:spPr/>
        <p:txBody>
          <a:bodyPr/>
          <a:lstStyle>
            <a:lvl1pPr>
              <a:defRPr>
                <a:solidFill>
                  <a:schemeClr val="bg1"/>
                </a:solidFill>
              </a:defRPr>
            </a:lvl1pPr>
          </a:lstStyle>
          <a:p>
            <a:fld id="{75A6CFFB-7194-4088-A46E-B1739916A60C}" type="slidenum">
              <a:rPr lang="en-GB" smtClean="0"/>
              <a:pPr/>
              <a:t>‹#›</a:t>
            </a:fld>
            <a:endParaRPr lang="en-GB" dirty="0"/>
          </a:p>
        </p:txBody>
      </p:sp>
      <p:sp>
        <p:nvSpPr>
          <p:cNvPr id="4" name="Rectangle 3">
            <a:extLst>
              <a:ext uri="{FF2B5EF4-FFF2-40B4-BE49-F238E27FC236}">
                <a16:creationId xmlns:a16="http://schemas.microsoft.com/office/drawing/2014/main" id="{A136F8C9-1344-8692-0DB7-70FB95B74123}"/>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5" name="Name_Title" descr="{&quot;templafy&quot;:{&quot;id&quot;:&quot;ac7badd4-c6e5-4b07-8523-ca1c0e08f478&quot;}}">
            <a:extLst>
              <a:ext uri="{FF2B5EF4-FFF2-40B4-BE49-F238E27FC236}">
                <a16:creationId xmlns:a16="http://schemas.microsoft.com/office/drawing/2014/main" id="{41C295DB-FB19-D958-B78B-52FF6D18408F}"/>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1"/>
                </a:solidFill>
              </a:rPr>
              <a:t>Turner &amp; Townsend</a:t>
            </a:r>
          </a:p>
        </p:txBody>
      </p:sp>
      <p:cxnSp>
        <p:nvCxnSpPr>
          <p:cNvPr id="9" name="Straight Connector 8">
            <a:extLst>
              <a:ext uri="{FF2B5EF4-FFF2-40B4-BE49-F238E27FC236}">
                <a16:creationId xmlns:a16="http://schemas.microsoft.com/office/drawing/2014/main" id="{9F944FFD-BFE7-D332-4575-FB9D8AF0AE7F}"/>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DABDB348-A275-A8C0-F851-513AEDE51F13}"/>
              </a:ext>
            </a:extLst>
          </p:cNvPr>
          <p:cNvSpPr>
            <a:spLocks noGrp="1"/>
          </p:cNvSpPr>
          <p:nvPr>
            <p:ph type="ftr" sz="quarter" idx="37"/>
          </p:nvPr>
        </p:nvSpPr>
        <p:spPr/>
        <p:txBody>
          <a:bodyPr/>
          <a:lstStyle>
            <a:lvl1pPr>
              <a:defRPr>
                <a:solidFill>
                  <a:schemeClr val="bg1"/>
                </a:solidFill>
              </a:defRPr>
            </a:lvl1pPr>
          </a:lstStyle>
          <a:p>
            <a:r>
              <a:rPr lang="en-GB"/>
              <a:t>Confidential</a:t>
            </a:r>
            <a:endParaRPr lang="en-GB" dirty="0"/>
          </a:p>
        </p:txBody>
      </p:sp>
    </p:spTree>
    <p:extLst>
      <p:ext uri="{BB962C8B-B14F-4D97-AF65-F5344CB8AC3E}">
        <p14:creationId xmlns:p14="http://schemas.microsoft.com/office/powerpoint/2010/main" val="902250971"/>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2044" userDrawn="1">
          <p15:clr>
            <a:srgbClr val="FF96FF"/>
          </p15:clr>
        </p15:guide>
        <p15:guide id="7" pos="2180" userDrawn="1">
          <p15:clr>
            <a:srgbClr val="FF96FF"/>
          </p15:clr>
        </p15:guide>
        <p15:guide id="8" pos="3771" userDrawn="1">
          <p15:clr>
            <a:srgbClr val="FF96FF"/>
          </p15:clr>
        </p15:guide>
        <p15:guide id="9" pos="3907" userDrawn="1">
          <p15:clr>
            <a:srgbClr val="FF96FF"/>
          </p15:clr>
        </p15:guide>
        <p15:guide id="10" pos="5498" userDrawn="1">
          <p15:clr>
            <a:srgbClr val="FF96FF"/>
          </p15:clr>
        </p15:guide>
        <p15:guide id="11" pos="5634" userDrawn="1">
          <p15:clr>
            <a:srgbClr val="FF96FF"/>
          </p15:clr>
        </p15:guide>
        <p15:guide id="12" pos="7226" userDrawn="1">
          <p15:clr>
            <a:srgbClr val="FF96F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Highlights Blue 6">
    <p:bg>
      <p:bgPr>
        <a:solidFill>
          <a:schemeClr val="accent1"/>
        </a:solidFill>
        <a:effectLst/>
      </p:bgPr>
    </p:bg>
    <p:spTree>
      <p:nvGrpSpPr>
        <p:cNvPr id="1" name=""/>
        <p:cNvGrpSpPr/>
        <p:nvPr/>
      </p:nvGrpSpPr>
      <p:grpSpPr>
        <a:xfrm>
          <a:off x="0" y="0"/>
          <a:ext cx="0" cy="0"/>
          <a:chOff x="0" y="0"/>
          <a:chExt cx="0" cy="0"/>
        </a:xfrm>
      </p:grpSpPr>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20" name="Title 19">
            <a:extLst>
              <a:ext uri="{FF2B5EF4-FFF2-40B4-BE49-F238E27FC236}">
                <a16:creationId xmlns:a16="http://schemas.microsoft.com/office/drawing/2014/main" id="{C17D298C-804D-408A-22A9-4AF89D57A8C4}"/>
              </a:ext>
            </a:extLst>
          </p:cNvPr>
          <p:cNvSpPr>
            <a:spLocks noGrp="1"/>
          </p:cNvSpPr>
          <p:nvPr>
            <p:ph type="title"/>
          </p:nvPr>
        </p:nvSpPr>
        <p:spPr/>
        <p:txBody>
          <a:bodyPr>
            <a:noAutofit/>
          </a:bodyPr>
          <a:lstStyle>
            <a:lvl1pPr>
              <a:defRPr>
                <a:solidFill>
                  <a:schemeClr val="bg1"/>
                </a:solidFill>
              </a:defRPr>
            </a:lvl1pPr>
          </a:lstStyle>
          <a:p>
            <a:r>
              <a:rPr lang="en-US" dirty="0"/>
              <a:t>Click to edit Master title style</a:t>
            </a:r>
            <a:endParaRPr lang="en-GB" dirty="0"/>
          </a:p>
        </p:txBody>
      </p:sp>
      <p:sp>
        <p:nvSpPr>
          <p:cNvPr id="3" name="Text Placeholder 4">
            <a:extLst>
              <a:ext uri="{FF2B5EF4-FFF2-40B4-BE49-F238E27FC236}">
                <a16:creationId xmlns:a16="http://schemas.microsoft.com/office/drawing/2014/main" id="{2C9F899F-6AD6-4053-C98E-3594F1FA43CF}"/>
              </a:ext>
            </a:extLst>
          </p:cNvPr>
          <p:cNvSpPr>
            <a:spLocks noGrp="1"/>
          </p:cNvSpPr>
          <p:nvPr>
            <p:ph type="body" sz="quarter" idx="45"/>
          </p:nvPr>
        </p:nvSpPr>
        <p:spPr>
          <a:xfrm>
            <a:off x="720000" y="1440000"/>
            <a:ext cx="1977163" cy="4132680"/>
          </a:xfrm>
          <a:noFill/>
          <a:ln>
            <a:noFill/>
          </a:ln>
        </p:spPr>
        <p:txBody>
          <a:bodyPr lIns="0" tIns="0" rIns="0" bIns="0"/>
          <a:lstStyle>
            <a:lvl1pPr>
              <a:defRPr>
                <a:solidFill>
                  <a:schemeClr val="accent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8" name="Text Placeholder 4">
            <a:extLst>
              <a:ext uri="{FF2B5EF4-FFF2-40B4-BE49-F238E27FC236}">
                <a16:creationId xmlns:a16="http://schemas.microsoft.com/office/drawing/2014/main" id="{8A830974-C1E8-EAD4-BBC5-450566E9E606}"/>
              </a:ext>
            </a:extLst>
          </p:cNvPr>
          <p:cNvSpPr>
            <a:spLocks noGrp="1"/>
          </p:cNvSpPr>
          <p:nvPr>
            <p:ph type="body" sz="quarter" idx="28"/>
          </p:nvPr>
        </p:nvSpPr>
        <p:spPr>
          <a:xfrm>
            <a:off x="5103425" y="144000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9" name="Text Placeholder 4">
            <a:extLst>
              <a:ext uri="{FF2B5EF4-FFF2-40B4-BE49-F238E27FC236}">
                <a16:creationId xmlns:a16="http://schemas.microsoft.com/office/drawing/2014/main" id="{65FF3E64-493E-7442-F739-A2EC6083AD26}"/>
              </a:ext>
            </a:extLst>
          </p:cNvPr>
          <p:cNvSpPr>
            <a:spLocks noGrp="1"/>
          </p:cNvSpPr>
          <p:nvPr>
            <p:ph type="body" sz="quarter" idx="46"/>
          </p:nvPr>
        </p:nvSpPr>
        <p:spPr>
          <a:xfrm>
            <a:off x="7300801" y="144000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1" name="Text Placeholder 4">
            <a:extLst>
              <a:ext uri="{FF2B5EF4-FFF2-40B4-BE49-F238E27FC236}">
                <a16:creationId xmlns:a16="http://schemas.microsoft.com/office/drawing/2014/main" id="{939DF1B3-4FA8-C6C3-C3CD-7EC8C58057CD}"/>
              </a:ext>
            </a:extLst>
          </p:cNvPr>
          <p:cNvSpPr>
            <a:spLocks noGrp="1"/>
          </p:cNvSpPr>
          <p:nvPr>
            <p:ph type="body" sz="quarter" idx="47"/>
          </p:nvPr>
        </p:nvSpPr>
        <p:spPr>
          <a:xfrm>
            <a:off x="9491275" y="144000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2" name="Text Placeholder 4">
            <a:extLst>
              <a:ext uri="{FF2B5EF4-FFF2-40B4-BE49-F238E27FC236}">
                <a16:creationId xmlns:a16="http://schemas.microsoft.com/office/drawing/2014/main" id="{6FB8808C-EA18-4B18-5450-302AE3F5CB59}"/>
              </a:ext>
            </a:extLst>
          </p:cNvPr>
          <p:cNvSpPr>
            <a:spLocks noGrp="1"/>
          </p:cNvSpPr>
          <p:nvPr>
            <p:ph type="body" sz="quarter" idx="48"/>
          </p:nvPr>
        </p:nvSpPr>
        <p:spPr>
          <a:xfrm>
            <a:off x="5103425" y="359268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3" name="Text Placeholder 4">
            <a:extLst>
              <a:ext uri="{FF2B5EF4-FFF2-40B4-BE49-F238E27FC236}">
                <a16:creationId xmlns:a16="http://schemas.microsoft.com/office/drawing/2014/main" id="{B1EAFF72-AC16-004A-6966-C4D3CB1BEB18}"/>
              </a:ext>
            </a:extLst>
          </p:cNvPr>
          <p:cNvSpPr>
            <a:spLocks noGrp="1"/>
          </p:cNvSpPr>
          <p:nvPr>
            <p:ph type="body" sz="quarter" idx="49"/>
          </p:nvPr>
        </p:nvSpPr>
        <p:spPr>
          <a:xfrm>
            <a:off x="7300801" y="359268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4" name="Text Placeholder 4">
            <a:extLst>
              <a:ext uri="{FF2B5EF4-FFF2-40B4-BE49-F238E27FC236}">
                <a16:creationId xmlns:a16="http://schemas.microsoft.com/office/drawing/2014/main" id="{6C239BCF-C51E-A2F5-5C8F-E8AABB186B86}"/>
              </a:ext>
            </a:extLst>
          </p:cNvPr>
          <p:cNvSpPr>
            <a:spLocks noGrp="1"/>
          </p:cNvSpPr>
          <p:nvPr>
            <p:ph type="body" sz="quarter" idx="50"/>
          </p:nvPr>
        </p:nvSpPr>
        <p:spPr>
          <a:xfrm>
            <a:off x="9491275" y="359268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6" name="Text Placeholder 4">
            <a:extLst>
              <a:ext uri="{FF2B5EF4-FFF2-40B4-BE49-F238E27FC236}">
                <a16:creationId xmlns:a16="http://schemas.microsoft.com/office/drawing/2014/main" id="{5BA3FA94-A275-682F-0896-722D401B39B2}"/>
              </a:ext>
            </a:extLst>
          </p:cNvPr>
          <p:cNvSpPr>
            <a:spLocks noGrp="1"/>
          </p:cNvSpPr>
          <p:nvPr>
            <p:ph type="body" sz="quarter" idx="51"/>
          </p:nvPr>
        </p:nvSpPr>
        <p:spPr>
          <a:xfrm>
            <a:off x="2906049" y="144000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7" name="Text Placeholder 4">
            <a:extLst>
              <a:ext uri="{FF2B5EF4-FFF2-40B4-BE49-F238E27FC236}">
                <a16:creationId xmlns:a16="http://schemas.microsoft.com/office/drawing/2014/main" id="{FF16A66B-F1AD-5346-52F6-4632F0BD0483}"/>
              </a:ext>
            </a:extLst>
          </p:cNvPr>
          <p:cNvSpPr>
            <a:spLocks noGrp="1"/>
          </p:cNvSpPr>
          <p:nvPr>
            <p:ph type="body" sz="quarter" idx="52"/>
          </p:nvPr>
        </p:nvSpPr>
        <p:spPr>
          <a:xfrm>
            <a:off x="2906049" y="359268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6" name="Slide Number Placeholder 5">
            <a:extLst>
              <a:ext uri="{FF2B5EF4-FFF2-40B4-BE49-F238E27FC236}">
                <a16:creationId xmlns:a16="http://schemas.microsoft.com/office/drawing/2014/main" id="{FA8AF0C9-B445-CD01-C254-C39B3440BE97}"/>
              </a:ext>
            </a:extLst>
          </p:cNvPr>
          <p:cNvSpPr>
            <a:spLocks noGrp="1"/>
          </p:cNvSpPr>
          <p:nvPr>
            <p:ph type="sldNum" sz="quarter" idx="55"/>
          </p:nvPr>
        </p:nvSpPr>
        <p:spPr/>
        <p:txBody>
          <a:bodyPr/>
          <a:lstStyle>
            <a:lvl1pPr>
              <a:defRPr>
                <a:solidFill>
                  <a:schemeClr val="bg1"/>
                </a:solidFill>
              </a:defRPr>
            </a:lvl1pPr>
          </a:lstStyle>
          <a:p>
            <a:fld id="{75A6CFFB-7194-4088-A46E-B1739916A60C}" type="slidenum">
              <a:rPr lang="en-GB" smtClean="0"/>
              <a:pPr/>
              <a:t>‹#›</a:t>
            </a:fld>
            <a:endParaRPr lang="en-GB" dirty="0"/>
          </a:p>
        </p:txBody>
      </p:sp>
      <p:sp>
        <p:nvSpPr>
          <p:cNvPr id="4" name="Rectangle 3">
            <a:extLst>
              <a:ext uri="{FF2B5EF4-FFF2-40B4-BE49-F238E27FC236}">
                <a16:creationId xmlns:a16="http://schemas.microsoft.com/office/drawing/2014/main" id="{B6FFDC64-30B8-67EE-A622-D9533D73F0A1}"/>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5" name="Name_Title" descr="{&quot;templafy&quot;:{&quot;id&quot;:&quot;2a9c3a21-f0af-4dbf-aec8-7777d58d9629&quot;}}">
            <a:extLst>
              <a:ext uri="{FF2B5EF4-FFF2-40B4-BE49-F238E27FC236}">
                <a16:creationId xmlns:a16="http://schemas.microsoft.com/office/drawing/2014/main" id="{8CE65E4A-F079-E9F4-9394-EFBCD0CF4DC6}"/>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1"/>
                </a:solidFill>
              </a:rPr>
              <a:t>Turner &amp; Townsend</a:t>
            </a:r>
          </a:p>
        </p:txBody>
      </p:sp>
      <p:cxnSp>
        <p:nvCxnSpPr>
          <p:cNvPr id="2" name="Straight Connector 1">
            <a:extLst>
              <a:ext uri="{FF2B5EF4-FFF2-40B4-BE49-F238E27FC236}">
                <a16:creationId xmlns:a16="http://schemas.microsoft.com/office/drawing/2014/main" id="{3A4C3739-FD1C-B2CE-F17C-59CD0F06EF72}"/>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0926849-6A27-E34A-7C1B-33560352636F}"/>
              </a:ext>
            </a:extLst>
          </p:cNvPr>
          <p:cNvSpPr>
            <a:spLocks noGrp="1"/>
          </p:cNvSpPr>
          <p:nvPr>
            <p:ph type="ftr" sz="quarter" idx="57"/>
          </p:nvPr>
        </p:nvSpPr>
        <p:spPr/>
        <p:txBody>
          <a:bodyPr/>
          <a:lstStyle>
            <a:lvl1pPr>
              <a:defRPr>
                <a:solidFill>
                  <a:schemeClr val="bg1"/>
                </a:solidFill>
              </a:defRPr>
            </a:lvl1pPr>
          </a:lstStyle>
          <a:p>
            <a:r>
              <a:rPr lang="en-GB"/>
              <a:t>Confidential</a:t>
            </a:r>
            <a:endParaRPr lang="en-GB" dirty="0"/>
          </a:p>
        </p:txBody>
      </p:sp>
    </p:spTree>
    <p:extLst>
      <p:ext uri="{BB962C8B-B14F-4D97-AF65-F5344CB8AC3E}">
        <p14:creationId xmlns:p14="http://schemas.microsoft.com/office/powerpoint/2010/main" val="7548978"/>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2318" userDrawn="1">
          <p15:clr>
            <a:srgbClr val="FF96FF"/>
          </p15:clr>
        </p15:guide>
        <p15:guide id="5" orient="horz" pos="2454" userDrawn="1">
          <p15:clr>
            <a:srgbClr val="FF96FF"/>
          </p15:clr>
        </p15:guide>
        <p15:guide id="6" orient="horz" pos="3866" userDrawn="1">
          <p15:clr>
            <a:srgbClr val="FF96FF"/>
          </p15:clr>
        </p15:guide>
        <p15:guide id="7" pos="453" userDrawn="1">
          <p15:clr>
            <a:srgbClr val="FF96FF"/>
          </p15:clr>
        </p15:guide>
        <p15:guide id="8" pos="1699" userDrawn="1">
          <p15:clr>
            <a:srgbClr val="FF96FF"/>
          </p15:clr>
        </p15:guide>
        <p15:guide id="9" pos="1835" userDrawn="1">
          <p15:clr>
            <a:srgbClr val="FF96FF"/>
          </p15:clr>
        </p15:guide>
        <p15:guide id="10" pos="3080" userDrawn="1">
          <p15:clr>
            <a:srgbClr val="FF96FF"/>
          </p15:clr>
        </p15:guide>
        <p15:guide id="11" pos="3216" userDrawn="1">
          <p15:clr>
            <a:srgbClr val="FF96FF"/>
          </p15:clr>
        </p15:guide>
        <p15:guide id="12" pos="4462" userDrawn="1">
          <p15:clr>
            <a:srgbClr val="FF96FF"/>
          </p15:clr>
        </p15:guide>
        <p15:guide id="13" pos="4598" userDrawn="1">
          <p15:clr>
            <a:srgbClr val="FF96FF"/>
          </p15:clr>
        </p15:guide>
        <p15:guide id="14" pos="5844" userDrawn="1">
          <p15:clr>
            <a:srgbClr val="FF96FF"/>
          </p15:clr>
        </p15:guide>
        <p15:guide id="15" pos="5980" userDrawn="1">
          <p15:clr>
            <a:srgbClr val="FF96FF"/>
          </p15:clr>
        </p15:guide>
        <p15:guide id="16" pos="7226" userDrawn="1">
          <p15:clr>
            <a:srgbClr val="FF96F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Highlights Blue 7">
    <p:bg>
      <p:bgPr>
        <a:solidFill>
          <a:schemeClr val="accent1"/>
        </a:solidFill>
        <a:effectLst/>
      </p:bgPr>
    </p:bg>
    <p:spTree>
      <p:nvGrpSpPr>
        <p:cNvPr id="1" name=""/>
        <p:cNvGrpSpPr/>
        <p:nvPr/>
      </p:nvGrpSpPr>
      <p:grpSpPr>
        <a:xfrm>
          <a:off x="0" y="0"/>
          <a:ext cx="0" cy="0"/>
          <a:chOff x="0" y="0"/>
          <a:chExt cx="0" cy="0"/>
        </a:xfrm>
      </p:grpSpPr>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20" name="Title 19">
            <a:extLst>
              <a:ext uri="{FF2B5EF4-FFF2-40B4-BE49-F238E27FC236}">
                <a16:creationId xmlns:a16="http://schemas.microsoft.com/office/drawing/2014/main" id="{C17D298C-804D-408A-22A9-4AF89D57A8C4}"/>
              </a:ext>
            </a:extLst>
          </p:cNvPr>
          <p:cNvSpPr>
            <a:spLocks noGrp="1"/>
          </p:cNvSpPr>
          <p:nvPr>
            <p:ph type="title"/>
          </p:nvPr>
        </p:nvSpPr>
        <p:spPr/>
        <p:txBody>
          <a:bodyPr>
            <a:noAutofit/>
          </a:bodyPr>
          <a:lstStyle>
            <a:lvl1pPr>
              <a:defRPr>
                <a:solidFill>
                  <a:schemeClr val="bg1"/>
                </a:solidFill>
              </a:defRPr>
            </a:lvl1pPr>
          </a:lstStyle>
          <a:p>
            <a:r>
              <a:rPr lang="en-US" dirty="0"/>
              <a:t>Click to edit Master title style</a:t>
            </a:r>
            <a:endParaRPr lang="en-GB" dirty="0"/>
          </a:p>
        </p:txBody>
      </p:sp>
      <p:sp>
        <p:nvSpPr>
          <p:cNvPr id="3" name="Text Placeholder 4">
            <a:extLst>
              <a:ext uri="{FF2B5EF4-FFF2-40B4-BE49-F238E27FC236}">
                <a16:creationId xmlns:a16="http://schemas.microsoft.com/office/drawing/2014/main" id="{2C9F899F-6AD6-4053-C98E-3594F1FA43CF}"/>
              </a:ext>
            </a:extLst>
          </p:cNvPr>
          <p:cNvSpPr>
            <a:spLocks noGrp="1"/>
          </p:cNvSpPr>
          <p:nvPr>
            <p:ph type="body" sz="quarter" idx="45"/>
          </p:nvPr>
        </p:nvSpPr>
        <p:spPr>
          <a:xfrm>
            <a:off x="720000" y="1440000"/>
            <a:ext cx="4169500" cy="4132680"/>
          </a:xfrm>
          <a:noFill/>
          <a:ln>
            <a:noFill/>
          </a:ln>
        </p:spPr>
        <p:txBody>
          <a:bodyPr lIns="0" tIns="0" rIns="0" bIns="0"/>
          <a:lstStyle>
            <a:lvl1pPr>
              <a:defRPr>
                <a:solidFill>
                  <a:schemeClr val="accent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8" name="Text Placeholder 4">
            <a:extLst>
              <a:ext uri="{FF2B5EF4-FFF2-40B4-BE49-F238E27FC236}">
                <a16:creationId xmlns:a16="http://schemas.microsoft.com/office/drawing/2014/main" id="{8A830974-C1E8-EAD4-BBC5-450566E9E606}"/>
              </a:ext>
            </a:extLst>
          </p:cNvPr>
          <p:cNvSpPr>
            <a:spLocks noGrp="1"/>
          </p:cNvSpPr>
          <p:nvPr>
            <p:ph type="body" sz="quarter" idx="28"/>
          </p:nvPr>
        </p:nvSpPr>
        <p:spPr>
          <a:xfrm>
            <a:off x="5103425" y="144000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9" name="Text Placeholder 4">
            <a:extLst>
              <a:ext uri="{FF2B5EF4-FFF2-40B4-BE49-F238E27FC236}">
                <a16:creationId xmlns:a16="http://schemas.microsoft.com/office/drawing/2014/main" id="{65FF3E64-493E-7442-F739-A2EC6083AD26}"/>
              </a:ext>
            </a:extLst>
          </p:cNvPr>
          <p:cNvSpPr>
            <a:spLocks noGrp="1"/>
          </p:cNvSpPr>
          <p:nvPr>
            <p:ph type="body" sz="quarter" idx="46"/>
          </p:nvPr>
        </p:nvSpPr>
        <p:spPr>
          <a:xfrm>
            <a:off x="7300801" y="144000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1" name="Text Placeholder 4">
            <a:extLst>
              <a:ext uri="{FF2B5EF4-FFF2-40B4-BE49-F238E27FC236}">
                <a16:creationId xmlns:a16="http://schemas.microsoft.com/office/drawing/2014/main" id="{939DF1B3-4FA8-C6C3-C3CD-7EC8C58057CD}"/>
              </a:ext>
            </a:extLst>
          </p:cNvPr>
          <p:cNvSpPr>
            <a:spLocks noGrp="1"/>
          </p:cNvSpPr>
          <p:nvPr>
            <p:ph type="body" sz="quarter" idx="47"/>
          </p:nvPr>
        </p:nvSpPr>
        <p:spPr>
          <a:xfrm>
            <a:off x="9491275" y="144000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2" name="Text Placeholder 4">
            <a:extLst>
              <a:ext uri="{FF2B5EF4-FFF2-40B4-BE49-F238E27FC236}">
                <a16:creationId xmlns:a16="http://schemas.microsoft.com/office/drawing/2014/main" id="{6FB8808C-EA18-4B18-5450-302AE3F5CB59}"/>
              </a:ext>
            </a:extLst>
          </p:cNvPr>
          <p:cNvSpPr>
            <a:spLocks noGrp="1"/>
          </p:cNvSpPr>
          <p:nvPr>
            <p:ph type="body" sz="quarter" idx="48"/>
          </p:nvPr>
        </p:nvSpPr>
        <p:spPr>
          <a:xfrm>
            <a:off x="5103425" y="359268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3" name="Text Placeholder 4">
            <a:extLst>
              <a:ext uri="{FF2B5EF4-FFF2-40B4-BE49-F238E27FC236}">
                <a16:creationId xmlns:a16="http://schemas.microsoft.com/office/drawing/2014/main" id="{B1EAFF72-AC16-004A-6966-C4D3CB1BEB18}"/>
              </a:ext>
            </a:extLst>
          </p:cNvPr>
          <p:cNvSpPr>
            <a:spLocks noGrp="1"/>
          </p:cNvSpPr>
          <p:nvPr>
            <p:ph type="body" sz="quarter" idx="49"/>
          </p:nvPr>
        </p:nvSpPr>
        <p:spPr>
          <a:xfrm>
            <a:off x="7300801" y="359268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4" name="Text Placeholder 4">
            <a:extLst>
              <a:ext uri="{FF2B5EF4-FFF2-40B4-BE49-F238E27FC236}">
                <a16:creationId xmlns:a16="http://schemas.microsoft.com/office/drawing/2014/main" id="{6C239BCF-C51E-A2F5-5C8F-E8AABB186B86}"/>
              </a:ext>
            </a:extLst>
          </p:cNvPr>
          <p:cNvSpPr>
            <a:spLocks noGrp="1"/>
          </p:cNvSpPr>
          <p:nvPr>
            <p:ph type="body" sz="quarter" idx="50"/>
          </p:nvPr>
        </p:nvSpPr>
        <p:spPr>
          <a:xfrm>
            <a:off x="9491275" y="3592680"/>
            <a:ext cx="1980000" cy="1980000"/>
          </a:xfrm>
          <a:noFill/>
          <a:ln>
            <a:solidFill>
              <a:schemeClr val="accent2"/>
            </a:solidFill>
          </a:ln>
        </p:spPr>
        <p:txBody>
          <a:bodyPr lIns="144000" tIns="144000" rIns="144000" bIns="144000"/>
          <a:lstStyle>
            <a:lvl1pPr>
              <a:defRPr>
                <a:solidFill>
                  <a:schemeClr val="bg2"/>
                </a:solidFill>
              </a:defRPr>
            </a:lvl1pPr>
            <a:lvl2pPr>
              <a:defRPr>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6" name="Slide Number Placeholder 5">
            <a:extLst>
              <a:ext uri="{FF2B5EF4-FFF2-40B4-BE49-F238E27FC236}">
                <a16:creationId xmlns:a16="http://schemas.microsoft.com/office/drawing/2014/main" id="{9222E9A3-1413-FFFF-5FB2-0111A90B35D3}"/>
              </a:ext>
            </a:extLst>
          </p:cNvPr>
          <p:cNvSpPr>
            <a:spLocks noGrp="1"/>
          </p:cNvSpPr>
          <p:nvPr>
            <p:ph type="sldNum" sz="quarter" idx="53"/>
          </p:nvPr>
        </p:nvSpPr>
        <p:spPr/>
        <p:txBody>
          <a:bodyPr/>
          <a:lstStyle>
            <a:lvl1pPr>
              <a:defRPr>
                <a:solidFill>
                  <a:schemeClr val="bg1"/>
                </a:solidFill>
              </a:defRPr>
            </a:lvl1pPr>
          </a:lstStyle>
          <a:p>
            <a:fld id="{75A6CFFB-7194-4088-A46E-B1739916A60C}" type="slidenum">
              <a:rPr lang="en-GB" smtClean="0"/>
              <a:pPr/>
              <a:t>‹#›</a:t>
            </a:fld>
            <a:endParaRPr lang="en-GB" dirty="0"/>
          </a:p>
        </p:txBody>
      </p:sp>
      <p:sp>
        <p:nvSpPr>
          <p:cNvPr id="4" name="Rectangle 3">
            <a:extLst>
              <a:ext uri="{FF2B5EF4-FFF2-40B4-BE49-F238E27FC236}">
                <a16:creationId xmlns:a16="http://schemas.microsoft.com/office/drawing/2014/main" id="{E1F2F18D-D2CA-8A5B-0359-04FD53F899BA}"/>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5" name="Name_Title" descr="{&quot;templafy&quot;:{&quot;id&quot;:&quot;56825dde-82cf-45ca-9d8e-8fc2ed37efbd&quot;}}">
            <a:extLst>
              <a:ext uri="{FF2B5EF4-FFF2-40B4-BE49-F238E27FC236}">
                <a16:creationId xmlns:a16="http://schemas.microsoft.com/office/drawing/2014/main" id="{53052015-D5D6-A08D-51A4-0435C40E142E}"/>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1"/>
                </a:solidFill>
              </a:rPr>
              <a:t>Turner &amp; Townsend</a:t>
            </a:r>
          </a:p>
        </p:txBody>
      </p:sp>
      <p:cxnSp>
        <p:nvCxnSpPr>
          <p:cNvPr id="2" name="Straight Connector 1">
            <a:extLst>
              <a:ext uri="{FF2B5EF4-FFF2-40B4-BE49-F238E27FC236}">
                <a16:creationId xmlns:a16="http://schemas.microsoft.com/office/drawing/2014/main" id="{6EF3E572-879F-5417-4B3D-4136F9D6A730}"/>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2539607-D39E-F0B6-E4A2-3183C08C5E9A}"/>
              </a:ext>
            </a:extLst>
          </p:cNvPr>
          <p:cNvSpPr>
            <a:spLocks noGrp="1"/>
          </p:cNvSpPr>
          <p:nvPr>
            <p:ph type="ftr" sz="quarter" idx="55"/>
          </p:nvPr>
        </p:nvSpPr>
        <p:spPr/>
        <p:txBody>
          <a:bodyPr/>
          <a:lstStyle>
            <a:lvl1pPr>
              <a:defRPr>
                <a:solidFill>
                  <a:schemeClr val="bg1"/>
                </a:solidFill>
              </a:defRPr>
            </a:lvl1pPr>
          </a:lstStyle>
          <a:p>
            <a:r>
              <a:rPr lang="en-GB"/>
              <a:t>Confidential</a:t>
            </a:r>
            <a:endParaRPr lang="en-GB" dirty="0"/>
          </a:p>
        </p:txBody>
      </p:sp>
    </p:spTree>
    <p:extLst>
      <p:ext uri="{BB962C8B-B14F-4D97-AF65-F5344CB8AC3E}">
        <p14:creationId xmlns:p14="http://schemas.microsoft.com/office/powerpoint/2010/main" val="4242885725"/>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2160" userDrawn="1">
          <p15:clr>
            <a:srgbClr val="FF96FF"/>
          </p15:clr>
        </p15:guide>
        <p15:guide id="5" orient="horz" pos="2251" userDrawn="1">
          <p15:clr>
            <a:srgbClr val="FF96FF"/>
          </p15:clr>
        </p15:guide>
        <p15:guide id="6" orient="horz" pos="3866" userDrawn="1">
          <p15:clr>
            <a:srgbClr val="FF96FF"/>
          </p15:clr>
        </p15:guide>
        <p15:guide id="7" orient="horz" pos="4000" userDrawn="1">
          <p15:clr>
            <a:srgbClr val="8F8F8F"/>
          </p15:clr>
        </p15:guide>
        <p15:guide id="8" orient="horz" pos="4176" userDrawn="1">
          <p15:clr>
            <a:srgbClr val="8F8F8F"/>
          </p15:clr>
        </p15:guide>
        <p15:guide id="9" pos="453" userDrawn="1">
          <p15:clr>
            <a:srgbClr val="FF96FF"/>
          </p15:clr>
        </p15:guide>
        <p15:guide id="12" pos="3080" userDrawn="1">
          <p15:clr>
            <a:srgbClr val="FF96FF"/>
          </p15:clr>
        </p15:guide>
        <p15:guide id="13" pos="3216" userDrawn="1">
          <p15:clr>
            <a:srgbClr val="FF96FF"/>
          </p15:clr>
        </p15:guide>
        <p15:guide id="14" pos="4462" userDrawn="1">
          <p15:clr>
            <a:srgbClr val="FF96FF"/>
          </p15:clr>
        </p15:guide>
        <p15:guide id="15" pos="4598" userDrawn="1">
          <p15:clr>
            <a:srgbClr val="FF96FF"/>
          </p15:clr>
        </p15:guide>
        <p15:guide id="16" pos="5844" userDrawn="1">
          <p15:clr>
            <a:srgbClr val="FF96FF"/>
          </p15:clr>
        </p15:guide>
        <p15:guide id="17" pos="5972" userDrawn="1">
          <p15:clr>
            <a:srgbClr val="FF96FF"/>
          </p15:clr>
        </p15:guide>
        <p15:guide id="18" pos="7226" userDrawn="1">
          <p15:clr>
            <a:srgbClr val="FF96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_Highlights Blu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7BC-5E35-84C2-634D-0A3C21CC072E}"/>
              </a:ext>
            </a:extLst>
          </p:cNvPr>
          <p:cNvSpPr>
            <a:spLocks noGrp="1"/>
          </p:cNvSpPr>
          <p:nvPr>
            <p:ph type="title"/>
          </p:nvPr>
        </p:nvSpPr>
        <p:spPr/>
        <p:txBody>
          <a:bodyPr>
            <a:noAutofit/>
          </a:bodyPr>
          <a:lstStyle>
            <a:lvl1pPr>
              <a:defRPr>
                <a:solidFill>
                  <a:schemeClr val="bg1"/>
                </a:solidFill>
              </a:defRPr>
            </a:lvl1pPr>
          </a:lstStyle>
          <a:p>
            <a:r>
              <a:rPr lang="en-US" dirty="0"/>
              <a:t>Click to edit Master title style</a:t>
            </a:r>
            <a:endParaRPr lang="en-GB" dirty="0"/>
          </a:p>
        </p:txBody>
      </p:sp>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3" name="Text Placeholder 4">
            <a:extLst>
              <a:ext uri="{FF2B5EF4-FFF2-40B4-BE49-F238E27FC236}">
                <a16:creationId xmlns:a16="http://schemas.microsoft.com/office/drawing/2014/main" id="{56682224-CA44-615A-835E-17A04159A9C3}"/>
              </a:ext>
            </a:extLst>
          </p:cNvPr>
          <p:cNvSpPr>
            <a:spLocks noGrp="1"/>
          </p:cNvSpPr>
          <p:nvPr>
            <p:ph type="body" sz="quarter" idx="28"/>
          </p:nvPr>
        </p:nvSpPr>
        <p:spPr>
          <a:xfrm>
            <a:off x="720000" y="1439863"/>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9" name="Text Placeholder 4">
            <a:extLst>
              <a:ext uri="{FF2B5EF4-FFF2-40B4-BE49-F238E27FC236}">
                <a16:creationId xmlns:a16="http://schemas.microsoft.com/office/drawing/2014/main" id="{D4F1E4BF-F3F9-1A1B-6FDD-53C9787E940B}"/>
              </a:ext>
            </a:extLst>
          </p:cNvPr>
          <p:cNvSpPr>
            <a:spLocks noGrp="1"/>
          </p:cNvSpPr>
          <p:nvPr>
            <p:ph type="body" sz="quarter" idx="48"/>
          </p:nvPr>
        </p:nvSpPr>
        <p:spPr>
          <a:xfrm>
            <a:off x="4375150" y="1439863"/>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0" name="Text Placeholder 4">
            <a:extLst>
              <a:ext uri="{FF2B5EF4-FFF2-40B4-BE49-F238E27FC236}">
                <a16:creationId xmlns:a16="http://schemas.microsoft.com/office/drawing/2014/main" id="{90D16488-03FC-41F9-E2E7-61F99663BC9D}"/>
              </a:ext>
            </a:extLst>
          </p:cNvPr>
          <p:cNvSpPr>
            <a:spLocks noGrp="1"/>
          </p:cNvSpPr>
          <p:nvPr>
            <p:ph type="body" sz="quarter" idx="49"/>
          </p:nvPr>
        </p:nvSpPr>
        <p:spPr>
          <a:xfrm>
            <a:off x="8030300" y="1439863"/>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1" name="Text Placeholder 4">
            <a:extLst>
              <a:ext uri="{FF2B5EF4-FFF2-40B4-BE49-F238E27FC236}">
                <a16:creationId xmlns:a16="http://schemas.microsoft.com/office/drawing/2014/main" id="{FA8BD528-D3D8-277E-28C9-2D6F6ADF313A}"/>
              </a:ext>
            </a:extLst>
          </p:cNvPr>
          <p:cNvSpPr>
            <a:spLocks noGrp="1"/>
          </p:cNvSpPr>
          <p:nvPr>
            <p:ph type="body" sz="quarter" idx="50"/>
          </p:nvPr>
        </p:nvSpPr>
        <p:spPr>
          <a:xfrm>
            <a:off x="720863" y="4680137"/>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2" name="Text Placeholder 4">
            <a:extLst>
              <a:ext uri="{FF2B5EF4-FFF2-40B4-BE49-F238E27FC236}">
                <a16:creationId xmlns:a16="http://schemas.microsoft.com/office/drawing/2014/main" id="{708250C2-EFF2-067C-FECA-32624937C3D8}"/>
              </a:ext>
            </a:extLst>
          </p:cNvPr>
          <p:cNvSpPr>
            <a:spLocks noGrp="1"/>
          </p:cNvSpPr>
          <p:nvPr>
            <p:ph type="body" sz="quarter" idx="51"/>
          </p:nvPr>
        </p:nvSpPr>
        <p:spPr>
          <a:xfrm>
            <a:off x="4376013" y="4680137"/>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3" name="Text Placeholder 4">
            <a:extLst>
              <a:ext uri="{FF2B5EF4-FFF2-40B4-BE49-F238E27FC236}">
                <a16:creationId xmlns:a16="http://schemas.microsoft.com/office/drawing/2014/main" id="{0D0D9F78-293C-0D62-4765-5E34B38F6D3E}"/>
              </a:ext>
            </a:extLst>
          </p:cNvPr>
          <p:cNvSpPr>
            <a:spLocks noGrp="1"/>
          </p:cNvSpPr>
          <p:nvPr>
            <p:ph type="body" sz="quarter" idx="52"/>
          </p:nvPr>
        </p:nvSpPr>
        <p:spPr>
          <a:xfrm>
            <a:off x="8031163" y="4680137"/>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4" name="Text Placeholder 4">
            <a:extLst>
              <a:ext uri="{FF2B5EF4-FFF2-40B4-BE49-F238E27FC236}">
                <a16:creationId xmlns:a16="http://schemas.microsoft.com/office/drawing/2014/main" id="{79963BCC-6D87-5833-ABE5-7CBD5A8EAA72}"/>
              </a:ext>
            </a:extLst>
          </p:cNvPr>
          <p:cNvSpPr>
            <a:spLocks noGrp="1"/>
          </p:cNvSpPr>
          <p:nvPr>
            <p:ph type="body" sz="quarter" idx="53"/>
          </p:nvPr>
        </p:nvSpPr>
        <p:spPr>
          <a:xfrm>
            <a:off x="719138" y="3060277"/>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5" name="Text Placeholder 4">
            <a:extLst>
              <a:ext uri="{FF2B5EF4-FFF2-40B4-BE49-F238E27FC236}">
                <a16:creationId xmlns:a16="http://schemas.microsoft.com/office/drawing/2014/main" id="{FC79FCB8-DB7D-9FEE-01C5-6D785CA47D8A}"/>
              </a:ext>
            </a:extLst>
          </p:cNvPr>
          <p:cNvSpPr>
            <a:spLocks noGrp="1"/>
          </p:cNvSpPr>
          <p:nvPr>
            <p:ph type="body" sz="quarter" idx="54"/>
          </p:nvPr>
        </p:nvSpPr>
        <p:spPr>
          <a:xfrm>
            <a:off x="4374288" y="3060277"/>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6" name="Text Placeholder 4">
            <a:extLst>
              <a:ext uri="{FF2B5EF4-FFF2-40B4-BE49-F238E27FC236}">
                <a16:creationId xmlns:a16="http://schemas.microsoft.com/office/drawing/2014/main" id="{DFADF61E-E87C-02FB-9B02-47632AA63EA9}"/>
              </a:ext>
            </a:extLst>
          </p:cNvPr>
          <p:cNvSpPr>
            <a:spLocks noGrp="1"/>
          </p:cNvSpPr>
          <p:nvPr>
            <p:ph type="body" sz="quarter" idx="55"/>
          </p:nvPr>
        </p:nvSpPr>
        <p:spPr>
          <a:xfrm>
            <a:off x="8029438" y="3060277"/>
            <a:ext cx="3440112" cy="1475999"/>
          </a:xfrm>
          <a:noFill/>
          <a:ln>
            <a:solidFill>
              <a:schemeClr val="accent2"/>
            </a:solidFill>
          </a:ln>
        </p:spPr>
        <p:txBody>
          <a:bodyPr lIns="144000" tIns="144000" rIns="144000" bIns="144000"/>
          <a:lstStyle>
            <a:lvl1pPr>
              <a:lnSpc>
                <a:spcPct val="100000"/>
              </a:lnSpc>
              <a:spcAft>
                <a:spcPts val="300"/>
              </a:spcAft>
              <a:defRPr sz="1400">
                <a:solidFill>
                  <a:schemeClr val="accent2"/>
                </a:solidFill>
              </a:defRPr>
            </a:lvl1pPr>
            <a:lvl2pPr>
              <a:defRPr sz="1100" b="0">
                <a:solidFill>
                  <a:schemeClr val="bg2"/>
                </a:solidFill>
              </a:defRPr>
            </a:lvl2pPr>
            <a:lvl3pPr>
              <a:defRPr>
                <a:solidFill>
                  <a:schemeClr val="accent2"/>
                </a:solidFill>
              </a:defRPr>
            </a:lvl3pPr>
            <a:lvl4pPr>
              <a:defRPr>
                <a:solidFill>
                  <a:schemeClr val="bg2"/>
                </a:solidFill>
              </a:defRPr>
            </a:lvl4pPr>
            <a:lvl5pPr>
              <a:defRPr>
                <a:solidFill>
                  <a:schemeClr val="bg2"/>
                </a:solidFill>
              </a:defRPr>
            </a:lvl5pPr>
            <a:lvl6pPr>
              <a:defRPr>
                <a:solidFill>
                  <a:schemeClr val="bg2"/>
                </a:solidFill>
              </a:defRPr>
            </a:lvl6pPr>
            <a:lvl7pPr>
              <a:defRPr>
                <a:solidFill>
                  <a:schemeClr val="bg2"/>
                </a:solidFill>
              </a:defRPr>
            </a:lvl7pPr>
            <a:lvl8pPr>
              <a:defRPr>
                <a:solidFill>
                  <a:schemeClr val="bg2"/>
                </a:solidFill>
              </a:defRPr>
            </a:lvl8pPr>
            <a:lvl9pPr>
              <a:defRPr>
                <a:solidFill>
                  <a:schemeClr val="bg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4" name="Slide Number Placeholder 15">
            <a:extLst>
              <a:ext uri="{FF2B5EF4-FFF2-40B4-BE49-F238E27FC236}">
                <a16:creationId xmlns:a16="http://schemas.microsoft.com/office/drawing/2014/main" id="{D9B5B6DD-23C5-3FB9-A6C7-465D40648FC6}"/>
              </a:ext>
            </a:extLst>
          </p:cNvPr>
          <p:cNvSpPr>
            <a:spLocks noGrp="1"/>
          </p:cNvSpPr>
          <p:nvPr>
            <p:ph type="sldNum" sz="quarter" idx="56"/>
          </p:nvPr>
        </p:nvSpPr>
        <p:spPr>
          <a:xfrm>
            <a:off x="11471275" y="6236877"/>
            <a:ext cx="284310" cy="282574"/>
          </a:xfrm>
        </p:spPr>
        <p:txBody>
          <a:bodyPr/>
          <a:lstStyle>
            <a:lvl1pPr>
              <a:defRPr>
                <a:solidFill>
                  <a:schemeClr val="bg1"/>
                </a:solidFill>
              </a:defRPr>
            </a:lvl1pPr>
          </a:lstStyle>
          <a:p>
            <a:fld id="{75A6CFFB-7194-4088-A46E-B1739916A60C}" type="slidenum">
              <a:rPr lang="en-GB" smtClean="0"/>
              <a:pPr/>
              <a:t>‹#›</a:t>
            </a:fld>
            <a:endParaRPr lang="en-GB" dirty="0"/>
          </a:p>
        </p:txBody>
      </p:sp>
      <p:sp>
        <p:nvSpPr>
          <p:cNvPr id="8" name="Name_Title" descr="{&quot;templafy&quot;:{&quot;id&quot;:&quot;abf7733b-6767-448f-8de8-200d2a922694&quot;}}">
            <a:extLst>
              <a:ext uri="{FF2B5EF4-FFF2-40B4-BE49-F238E27FC236}">
                <a16:creationId xmlns:a16="http://schemas.microsoft.com/office/drawing/2014/main" id="{D1C7322B-EE3D-E00C-E15B-F9BDB7A3A0F3}"/>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1"/>
                </a:solidFill>
              </a:rPr>
              <a:t>Turner &amp; Townsend</a:t>
            </a:r>
          </a:p>
        </p:txBody>
      </p:sp>
      <p:cxnSp>
        <p:nvCxnSpPr>
          <p:cNvPr id="9" name="Straight Connector 8">
            <a:extLst>
              <a:ext uri="{FF2B5EF4-FFF2-40B4-BE49-F238E27FC236}">
                <a16:creationId xmlns:a16="http://schemas.microsoft.com/office/drawing/2014/main" id="{89D180F9-1789-2418-FDD9-704F55B32C27}"/>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BE033C55-7BE4-CCAE-FB7D-23084FA29AF3}"/>
              </a:ext>
            </a:extLst>
          </p:cNvPr>
          <p:cNvSpPr>
            <a:spLocks noGrp="1"/>
          </p:cNvSpPr>
          <p:nvPr>
            <p:ph type="ftr" sz="quarter" idx="58"/>
          </p:nvPr>
        </p:nvSpPr>
        <p:spPr/>
        <p:txBody>
          <a:bodyPr/>
          <a:lstStyle>
            <a:lvl1pPr>
              <a:defRPr>
                <a:solidFill>
                  <a:schemeClr val="bg1"/>
                </a:solidFill>
              </a:defRPr>
            </a:lvl1pPr>
          </a:lstStyle>
          <a:p>
            <a:r>
              <a:rPr lang="en-GB"/>
              <a:t>Confidential</a:t>
            </a:r>
            <a:endParaRPr lang="en-GB" dirty="0"/>
          </a:p>
        </p:txBody>
      </p:sp>
    </p:spTree>
    <p:extLst>
      <p:ext uri="{BB962C8B-B14F-4D97-AF65-F5344CB8AC3E}">
        <p14:creationId xmlns:p14="http://schemas.microsoft.com/office/powerpoint/2010/main" val="2098133373"/>
      </p:ext>
    </p:extLst>
  </p:cSld>
  <p:clrMapOvr>
    <a:masterClrMapping/>
  </p:clrMapOvr>
  <p:extLst>
    <p:ext uri="{DCECCB84-F9BA-43D5-87BE-67443E8EF086}">
      <p15:sldGuideLst xmlns:p15="http://schemas.microsoft.com/office/powerpoint/2012/main">
        <p15:guide id="1" orient="horz" pos="56">
          <p15:clr>
            <a:srgbClr val="8F8F8F"/>
          </p15:clr>
        </p15:guide>
        <p15:guide id="2" orient="horz" pos="664">
          <p15:clr>
            <a:srgbClr val="8F8F8F"/>
          </p15:clr>
        </p15:guide>
        <p15:guide id="3" orient="horz" pos="907">
          <p15:clr>
            <a:srgbClr val="FF96FF"/>
          </p15:clr>
        </p15:guide>
        <p15:guide id="4" orient="horz" pos="3866">
          <p15:clr>
            <a:srgbClr val="FF96FF"/>
          </p15:clr>
        </p15:guide>
        <p15:guide id="5" pos="453">
          <p15:clr>
            <a:srgbClr val="FF96FF"/>
          </p15:clr>
        </p15:guide>
        <p15:guide id="6" pos="2620">
          <p15:clr>
            <a:srgbClr val="FF96FF"/>
          </p15:clr>
        </p15:guide>
        <p15:guide id="7" pos="2756">
          <p15:clr>
            <a:srgbClr val="FF96FF"/>
          </p15:clr>
        </p15:guide>
        <p15:guide id="8" pos="4923">
          <p15:clr>
            <a:srgbClr val="FF96FF"/>
          </p15:clr>
        </p15:guide>
        <p15:guide id="9" pos="5059">
          <p15:clr>
            <a:srgbClr val="FF96FF"/>
          </p15:clr>
        </p15:guide>
        <p15:guide id="10" pos="7226">
          <p15:clr>
            <a:srgbClr val="FF96F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17" name="Guides" hidden="1">
            <a:extLst>
              <a:ext uri="{FF2B5EF4-FFF2-40B4-BE49-F238E27FC236}">
                <a16:creationId xmlns:a16="http://schemas.microsoft.com/office/drawing/2014/main" id="{ED7BFFA0-F76E-5752-13A7-8C70FA6E4362}"/>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18" name="Text Placeholder 17">
            <a:extLst>
              <a:ext uri="{FF2B5EF4-FFF2-40B4-BE49-F238E27FC236}">
                <a16:creationId xmlns:a16="http://schemas.microsoft.com/office/drawing/2014/main" id="{411F5DF1-090D-0D45-7950-8EEAB274B33C}"/>
              </a:ext>
            </a:extLst>
          </p:cNvPr>
          <p:cNvSpPr>
            <a:spLocks noGrp="1"/>
          </p:cNvSpPr>
          <p:nvPr>
            <p:ph type="body" sz="quarter" idx="10" hasCustomPrompt="1"/>
          </p:nvPr>
        </p:nvSpPr>
        <p:spPr>
          <a:xfrm>
            <a:off x="720000" y="635000"/>
            <a:ext cx="10741025" cy="5502275"/>
          </a:xfrm>
        </p:spPr>
        <p:txBody>
          <a:bodyPr anchor="ctr" anchorCtr="0">
            <a:noAutofit/>
          </a:bodyPr>
          <a:lstStyle>
            <a:lvl1pPr marL="0" indent="0">
              <a:lnSpc>
                <a:spcPct val="90000"/>
              </a:lnSpc>
              <a:buFont typeface="Arial" panose="020B0604020202020204" pitchFamily="34" charset="0"/>
              <a:buNone/>
              <a:defRPr sz="6000" b="0">
                <a:solidFill>
                  <a:srgbClr val="C0C3C7"/>
                </a:solidFill>
                <a:latin typeface="+mj-lt"/>
              </a:defRPr>
            </a:lvl1pPr>
            <a:lvl2pPr marL="0" indent="0">
              <a:buFont typeface="Arial" panose="020B0604020202020204" pitchFamily="34" charset="0"/>
              <a:buNone/>
              <a:defRPr sz="6000" b="0">
                <a:solidFill>
                  <a:schemeClr val="accent4">
                    <a:lumMod val="40000"/>
                    <a:lumOff val="60000"/>
                  </a:schemeClr>
                </a:solidFill>
                <a:latin typeface="+mj-lt"/>
              </a:defRPr>
            </a:lvl2pPr>
            <a:lvl3pPr marL="0" indent="0">
              <a:buFont typeface="Arial" panose="020B0604020202020204" pitchFamily="34" charset="0"/>
              <a:buNone/>
              <a:defRPr sz="6000" b="0">
                <a:solidFill>
                  <a:schemeClr val="accent4">
                    <a:lumMod val="40000"/>
                    <a:lumOff val="60000"/>
                  </a:schemeClr>
                </a:solidFill>
                <a:latin typeface="+mj-lt"/>
              </a:defRPr>
            </a:lvl3pPr>
            <a:lvl4pPr marL="0" indent="0">
              <a:buNone/>
              <a:defRPr sz="6000" b="0">
                <a:solidFill>
                  <a:schemeClr val="accent4">
                    <a:lumMod val="40000"/>
                    <a:lumOff val="60000"/>
                  </a:schemeClr>
                </a:solidFill>
                <a:latin typeface="+mj-lt"/>
              </a:defRPr>
            </a:lvl4pPr>
            <a:lvl5pPr marL="0" indent="0">
              <a:buNone/>
              <a:defRPr sz="6000" b="0">
                <a:solidFill>
                  <a:schemeClr val="accent4">
                    <a:lumMod val="40000"/>
                    <a:lumOff val="60000"/>
                  </a:schemeClr>
                </a:solidFill>
                <a:latin typeface="+mj-lt"/>
              </a:defRPr>
            </a:lvl5pPr>
          </a:lstStyle>
          <a:p>
            <a:pPr lvl="0"/>
            <a:r>
              <a:rPr lang="en-US" dirty="0"/>
              <a:t>Click to edit Master text styles and add statement</a:t>
            </a:r>
          </a:p>
        </p:txBody>
      </p:sp>
      <p:sp>
        <p:nvSpPr>
          <p:cNvPr id="4" name="Footer Placeholder 1">
            <a:extLst>
              <a:ext uri="{FF2B5EF4-FFF2-40B4-BE49-F238E27FC236}">
                <a16:creationId xmlns:a16="http://schemas.microsoft.com/office/drawing/2014/main" id="{223F492C-E20E-ECD3-32DE-57E84BA9246D}"/>
              </a:ext>
            </a:extLst>
          </p:cNvPr>
          <p:cNvSpPr txBox="1">
            <a:spLocks/>
          </p:cNvSpPr>
          <p:nvPr userDrawn="1"/>
        </p:nvSpPr>
        <p:spPr>
          <a:xfrm>
            <a:off x="576605" y="6236877"/>
            <a:ext cx="4377963" cy="276225"/>
          </a:xfrm>
          <a:prstGeom prst="rect">
            <a:avLst/>
          </a:prstGeom>
        </p:spPr>
        <p:txBody>
          <a:bodyPr vert="horz" lIns="0" tIns="0" rIns="0" bIns="0" rtlCol="0" anchor="b" anchorCtr="0">
            <a:noAutofit/>
          </a:bodyPr>
          <a:lstStyle>
            <a:defPPr>
              <a:defRPr lang="en-US"/>
            </a:defPPr>
            <a:lvl1pPr marL="0" algn="l" defTabSz="914400" rtl="0" eaLnBrk="1" latinLnBrk="0" hangingPunct="1">
              <a:defRPr sz="7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6" name="Slide Number Placeholder 5">
            <a:extLst>
              <a:ext uri="{FF2B5EF4-FFF2-40B4-BE49-F238E27FC236}">
                <a16:creationId xmlns:a16="http://schemas.microsoft.com/office/drawing/2014/main" id="{1A480230-7011-E779-9481-4D063BFFF795}"/>
              </a:ext>
            </a:extLst>
          </p:cNvPr>
          <p:cNvSpPr>
            <a:spLocks noGrp="1"/>
          </p:cNvSpPr>
          <p:nvPr>
            <p:ph type="sldNum" sz="quarter" idx="13"/>
          </p:nvPr>
        </p:nvSpPr>
        <p:spPr/>
        <p:txBody>
          <a:bodyPr/>
          <a:lstStyle/>
          <a:p>
            <a:fld id="{75A6CFFB-7194-4088-A46E-B1739916A60C}" type="slidenum">
              <a:rPr lang="en-GB" smtClean="0"/>
              <a:pPr/>
              <a:t>‹#›</a:t>
            </a:fld>
            <a:endParaRPr lang="en-GB" dirty="0"/>
          </a:p>
        </p:txBody>
      </p:sp>
      <p:sp>
        <p:nvSpPr>
          <p:cNvPr id="3" name="Rectangle 2">
            <a:extLst>
              <a:ext uri="{FF2B5EF4-FFF2-40B4-BE49-F238E27FC236}">
                <a16:creationId xmlns:a16="http://schemas.microsoft.com/office/drawing/2014/main" id="{192FE82C-D861-377E-66DB-52F0A245650F}"/>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67"/>
                </a:solidFill>
              </a:rPr>
              <a:t>|</a:t>
            </a:r>
          </a:p>
        </p:txBody>
      </p:sp>
      <p:sp>
        <p:nvSpPr>
          <p:cNvPr id="5" name="Name_Title" descr="{&quot;templafy&quot;:{&quot;id&quot;:&quot;0aba1354-4318-44a7-ad32-6eb732928776&quot;}}">
            <a:extLst>
              <a:ext uri="{FF2B5EF4-FFF2-40B4-BE49-F238E27FC236}">
                <a16:creationId xmlns:a16="http://schemas.microsoft.com/office/drawing/2014/main" id="{4671B434-A3FD-F313-19C9-4F61210B912E}"/>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71"/>
                </a:solidFill>
              </a:rPr>
              <a:t>Turner &amp; Townsend</a:t>
            </a:r>
          </a:p>
        </p:txBody>
      </p:sp>
      <p:sp>
        <p:nvSpPr>
          <p:cNvPr id="7" name="Footer Placeholder 6">
            <a:extLst>
              <a:ext uri="{FF2B5EF4-FFF2-40B4-BE49-F238E27FC236}">
                <a16:creationId xmlns:a16="http://schemas.microsoft.com/office/drawing/2014/main" id="{7F971658-9391-8D70-48F4-CA37FBAC8751}"/>
              </a:ext>
            </a:extLst>
          </p:cNvPr>
          <p:cNvSpPr>
            <a:spLocks noGrp="1"/>
          </p:cNvSpPr>
          <p:nvPr>
            <p:ph type="ftr" sz="quarter" idx="15"/>
          </p:nvPr>
        </p:nvSpPr>
        <p:spPr/>
        <p:txBody>
          <a:bodyPr/>
          <a:lstStyle/>
          <a:p>
            <a:r>
              <a:rPr lang="en-GB"/>
              <a:t>Confidential</a:t>
            </a:r>
            <a:endParaRPr lang="en-GB" dirty="0"/>
          </a:p>
        </p:txBody>
      </p:sp>
    </p:spTree>
    <p:extLst>
      <p:ext uri="{BB962C8B-B14F-4D97-AF65-F5344CB8AC3E}">
        <p14:creationId xmlns:p14="http://schemas.microsoft.com/office/powerpoint/2010/main" val="2566835277"/>
      </p:ext>
    </p:extLst>
  </p:cSld>
  <p:clrMapOvr>
    <a:masterClrMapping/>
  </p:clrMapOvr>
  <p:extLst>
    <p:ext uri="{DCECCB84-F9BA-43D5-87BE-67443E8EF086}">
      <p15:sldGuideLst xmlns:p15="http://schemas.microsoft.com/office/powerpoint/2012/main">
        <p15:guide id="3" orient="horz" pos="890" userDrawn="1">
          <p15:clr>
            <a:srgbClr val="FF96FF"/>
          </p15:clr>
        </p15:guide>
        <p15:guide id="4" orient="horz" pos="3866" userDrawn="1">
          <p15:clr>
            <a:srgbClr val="FF96FF"/>
          </p15:clr>
        </p15:guide>
        <p15:guide id="5" orient="horz" pos="4000" userDrawn="1">
          <p15:clr>
            <a:srgbClr val="8F8F8F"/>
          </p15:clr>
        </p15:guide>
        <p15:guide id="6" orient="horz" pos="4176" userDrawn="1">
          <p15:clr>
            <a:srgbClr val="8F8F8F"/>
          </p15:clr>
        </p15:guide>
        <p15:guide id="7" pos="453" userDrawn="1">
          <p15:clr>
            <a:srgbClr val="FF96FF"/>
          </p15:clr>
        </p15:guide>
        <p15:guide id="8" pos="7226" userDrawn="1">
          <p15:clr>
            <a:srgbClr val="FF96FF"/>
          </p15:clr>
        </p15:guide>
        <p15:guide id="9" orient="horz" pos="391"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tatement Blue">
    <p:bg>
      <p:bgPr>
        <a:solidFill>
          <a:schemeClr val="accent1"/>
        </a:solidFill>
        <a:effectLst/>
      </p:bgPr>
    </p:bg>
    <p:spTree>
      <p:nvGrpSpPr>
        <p:cNvPr id="1" name=""/>
        <p:cNvGrpSpPr/>
        <p:nvPr/>
      </p:nvGrpSpPr>
      <p:grpSpPr>
        <a:xfrm>
          <a:off x="0" y="0"/>
          <a:ext cx="0" cy="0"/>
          <a:chOff x="0" y="0"/>
          <a:chExt cx="0" cy="0"/>
        </a:xfrm>
      </p:grpSpPr>
      <p:sp>
        <p:nvSpPr>
          <p:cNvPr id="17" name="Guides" hidden="1">
            <a:extLst>
              <a:ext uri="{FF2B5EF4-FFF2-40B4-BE49-F238E27FC236}">
                <a16:creationId xmlns:a16="http://schemas.microsoft.com/office/drawing/2014/main" id="{ED7BFFA0-F76E-5752-13A7-8C70FA6E4362}"/>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FFFFFF"/>
              </a:solidFill>
            </a:endParaRPr>
          </a:p>
        </p:txBody>
      </p:sp>
      <p:sp>
        <p:nvSpPr>
          <p:cNvPr id="18" name="Text Placeholder 17">
            <a:extLst>
              <a:ext uri="{FF2B5EF4-FFF2-40B4-BE49-F238E27FC236}">
                <a16:creationId xmlns:a16="http://schemas.microsoft.com/office/drawing/2014/main" id="{411F5DF1-090D-0D45-7950-8EEAB274B33C}"/>
              </a:ext>
            </a:extLst>
          </p:cNvPr>
          <p:cNvSpPr>
            <a:spLocks noGrp="1"/>
          </p:cNvSpPr>
          <p:nvPr>
            <p:ph type="body" sz="quarter" idx="10" hasCustomPrompt="1"/>
          </p:nvPr>
        </p:nvSpPr>
        <p:spPr>
          <a:xfrm>
            <a:off x="720000" y="635000"/>
            <a:ext cx="10741025" cy="5502275"/>
          </a:xfrm>
        </p:spPr>
        <p:txBody>
          <a:bodyPr anchor="ctr" anchorCtr="0">
            <a:noAutofit/>
          </a:bodyPr>
          <a:lstStyle>
            <a:lvl1pPr marL="0" indent="0">
              <a:lnSpc>
                <a:spcPct val="90000"/>
              </a:lnSpc>
              <a:buFont typeface="Arial" panose="020B0604020202020204" pitchFamily="34" charset="0"/>
              <a:buNone/>
              <a:defRPr sz="6000" b="0">
                <a:solidFill>
                  <a:srgbClr val="446490"/>
                </a:solidFill>
                <a:latin typeface="+mj-lt"/>
              </a:defRPr>
            </a:lvl1pPr>
            <a:lvl2pPr marL="0" indent="0">
              <a:buFont typeface="Arial" panose="020B0604020202020204" pitchFamily="34" charset="0"/>
              <a:buNone/>
              <a:defRPr sz="6000" b="0">
                <a:solidFill>
                  <a:schemeClr val="bg1"/>
                </a:solidFill>
                <a:latin typeface="+mj-lt"/>
              </a:defRPr>
            </a:lvl2pPr>
            <a:lvl3pPr marL="0" indent="0">
              <a:buFont typeface="Arial" panose="020B0604020202020204" pitchFamily="34" charset="0"/>
              <a:buNone/>
              <a:defRPr sz="6000" b="0">
                <a:solidFill>
                  <a:schemeClr val="bg1"/>
                </a:solidFill>
                <a:latin typeface="+mj-lt"/>
              </a:defRPr>
            </a:lvl3pPr>
            <a:lvl4pPr marL="0" indent="0">
              <a:buNone/>
              <a:defRPr sz="6000" b="0">
                <a:solidFill>
                  <a:schemeClr val="bg1"/>
                </a:solidFill>
                <a:latin typeface="+mj-lt"/>
              </a:defRPr>
            </a:lvl4pPr>
            <a:lvl5pPr marL="0" indent="0">
              <a:buNone/>
              <a:defRPr sz="6000" b="0">
                <a:solidFill>
                  <a:schemeClr val="bg1"/>
                </a:solidFill>
                <a:latin typeface="+mj-lt"/>
              </a:defRPr>
            </a:lvl5pPr>
          </a:lstStyle>
          <a:p>
            <a:pPr lvl="0"/>
            <a:r>
              <a:rPr lang="en-US" dirty="0"/>
              <a:t>Click to edit Master text styles and add statement</a:t>
            </a:r>
          </a:p>
        </p:txBody>
      </p:sp>
      <p:sp>
        <p:nvSpPr>
          <p:cNvPr id="6" name="Slide Number Placeholder 5">
            <a:extLst>
              <a:ext uri="{FF2B5EF4-FFF2-40B4-BE49-F238E27FC236}">
                <a16:creationId xmlns:a16="http://schemas.microsoft.com/office/drawing/2014/main" id="{30FBDA65-098B-0DC4-0A9E-1385B8B907A5}"/>
              </a:ext>
            </a:extLst>
          </p:cNvPr>
          <p:cNvSpPr>
            <a:spLocks noGrp="1"/>
          </p:cNvSpPr>
          <p:nvPr>
            <p:ph type="sldNum" sz="quarter" idx="13"/>
          </p:nvPr>
        </p:nvSpPr>
        <p:spPr/>
        <p:txBody>
          <a:bodyPr/>
          <a:lstStyle>
            <a:lvl1pPr>
              <a:defRPr>
                <a:solidFill>
                  <a:schemeClr val="bg1"/>
                </a:solidFill>
              </a:defRPr>
            </a:lvl1pPr>
          </a:lstStyle>
          <a:p>
            <a:fld id="{75A6CFFB-7194-4088-A46E-B1739916A60C}" type="slidenum">
              <a:rPr lang="en-GB" smtClean="0"/>
              <a:pPr/>
              <a:t>‹#›</a:t>
            </a:fld>
            <a:endParaRPr lang="en-GB" dirty="0"/>
          </a:p>
        </p:txBody>
      </p:sp>
      <p:sp>
        <p:nvSpPr>
          <p:cNvPr id="3" name="Rectangle 2">
            <a:extLst>
              <a:ext uri="{FF2B5EF4-FFF2-40B4-BE49-F238E27FC236}">
                <a16:creationId xmlns:a16="http://schemas.microsoft.com/office/drawing/2014/main" id="{2A45CA6F-F0F5-0911-7B87-9E674E38D519}"/>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2"/>
                </a:solidFill>
              </a:rPr>
              <a:t>|</a:t>
            </a:r>
          </a:p>
        </p:txBody>
      </p:sp>
      <p:sp>
        <p:nvSpPr>
          <p:cNvPr id="4" name="Name_Title" descr="{&quot;templafy&quot;:{&quot;id&quot;:&quot;71f67620-1834-4c6b-ac8b-6cece15ee895&quot;}}">
            <a:extLst>
              <a:ext uri="{FF2B5EF4-FFF2-40B4-BE49-F238E27FC236}">
                <a16:creationId xmlns:a16="http://schemas.microsoft.com/office/drawing/2014/main" id="{D310317A-84EA-7EC8-F4AC-03261DA7AECD}"/>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chemeClr val="bg1"/>
                </a:solidFill>
              </a:rPr>
              <a:t>Turner &amp; Townsend</a:t>
            </a:r>
          </a:p>
        </p:txBody>
      </p:sp>
      <p:sp>
        <p:nvSpPr>
          <p:cNvPr id="5" name="Footer Placeholder 4">
            <a:extLst>
              <a:ext uri="{FF2B5EF4-FFF2-40B4-BE49-F238E27FC236}">
                <a16:creationId xmlns:a16="http://schemas.microsoft.com/office/drawing/2014/main" id="{EC07C3AC-2C95-EA92-4360-FF78110A48C6}"/>
              </a:ext>
            </a:extLst>
          </p:cNvPr>
          <p:cNvSpPr>
            <a:spLocks noGrp="1"/>
          </p:cNvSpPr>
          <p:nvPr>
            <p:ph type="ftr" sz="quarter" idx="15"/>
          </p:nvPr>
        </p:nvSpPr>
        <p:spPr/>
        <p:txBody>
          <a:bodyPr/>
          <a:lstStyle>
            <a:lvl1pPr>
              <a:defRPr>
                <a:solidFill>
                  <a:schemeClr val="bg1"/>
                </a:solidFill>
              </a:defRPr>
            </a:lvl1pPr>
          </a:lstStyle>
          <a:p>
            <a:r>
              <a:rPr lang="en-GB"/>
              <a:t>Confidential</a:t>
            </a:r>
            <a:endParaRPr lang="en-GB" dirty="0"/>
          </a:p>
        </p:txBody>
      </p:sp>
    </p:spTree>
    <p:extLst>
      <p:ext uri="{BB962C8B-B14F-4D97-AF65-F5344CB8AC3E}">
        <p14:creationId xmlns:p14="http://schemas.microsoft.com/office/powerpoint/2010/main" val="2502337235"/>
      </p:ext>
    </p:extLst>
  </p:cSld>
  <p:clrMapOvr>
    <a:masterClrMapping/>
  </p:clrMapOvr>
  <p:extLst>
    <p:ext uri="{DCECCB84-F9BA-43D5-87BE-67443E8EF086}">
      <p15:sldGuideLst xmlns:p15="http://schemas.microsoft.com/office/powerpoint/2012/main">
        <p15:guide id="3" orient="horz" pos="890" userDrawn="1">
          <p15:clr>
            <a:srgbClr val="FF96FF"/>
          </p15:clr>
        </p15:guide>
        <p15:guide id="4" orient="horz" pos="3866" userDrawn="1">
          <p15:clr>
            <a:srgbClr val="FF96FF"/>
          </p15:clr>
        </p15:guide>
        <p15:guide id="5" orient="horz" pos="4000" userDrawn="1">
          <p15:clr>
            <a:srgbClr val="8F8F8F"/>
          </p15:clr>
        </p15:guide>
        <p15:guide id="6" orient="horz" pos="4176" userDrawn="1">
          <p15:clr>
            <a:srgbClr val="8F8F8F"/>
          </p15:clr>
        </p15:guide>
        <p15:guide id="7" pos="453" userDrawn="1">
          <p15:clr>
            <a:srgbClr val="FF96FF"/>
          </p15:clr>
        </p15:guide>
        <p15:guide id="8" pos="7226" userDrawn="1">
          <p15:clr>
            <a:srgbClr val="FF96F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2" name="Title 1">
            <a:extLst>
              <a:ext uri="{FF2B5EF4-FFF2-40B4-BE49-F238E27FC236}">
                <a16:creationId xmlns:a16="http://schemas.microsoft.com/office/drawing/2014/main" id="{F1CB7922-9DD6-87E0-B018-2C45393D575A}"/>
              </a:ext>
            </a:extLst>
          </p:cNvPr>
          <p:cNvSpPr>
            <a:spLocks noGrp="1"/>
          </p:cNvSpPr>
          <p:nvPr>
            <p:ph type="title"/>
          </p:nvPr>
        </p:nvSpPr>
        <p:spPr/>
        <p:txBody>
          <a:bodyPr>
            <a:noAutofit/>
          </a:bodyPr>
          <a:lstStyle/>
          <a:p>
            <a:r>
              <a:rPr lang="en-US" dirty="0"/>
              <a:t>Click to edit Master title style</a:t>
            </a:r>
            <a:endParaRPr lang="en-GB" dirty="0"/>
          </a:p>
        </p:txBody>
      </p:sp>
      <p:sp>
        <p:nvSpPr>
          <p:cNvPr id="5" name="Slide Number Placeholder 4">
            <a:extLst>
              <a:ext uri="{FF2B5EF4-FFF2-40B4-BE49-F238E27FC236}">
                <a16:creationId xmlns:a16="http://schemas.microsoft.com/office/drawing/2014/main" id="{D8D4B785-33C2-BF6C-7052-34635290D1B2}"/>
              </a:ext>
            </a:extLst>
          </p:cNvPr>
          <p:cNvSpPr>
            <a:spLocks noGrp="1"/>
          </p:cNvSpPr>
          <p:nvPr>
            <p:ph type="sldNum" sz="quarter" idx="11"/>
          </p:nvPr>
        </p:nvSpPr>
        <p:spPr/>
        <p:txBody>
          <a:bodyPr/>
          <a:lstStyle/>
          <a:p>
            <a:fld id="{75A6CFFB-7194-4088-A46E-B1739916A60C}" type="slidenum">
              <a:rPr lang="en-GB" smtClean="0"/>
              <a:pPr/>
              <a:t>‹#›</a:t>
            </a:fld>
            <a:endParaRPr lang="en-GB" dirty="0"/>
          </a:p>
        </p:txBody>
      </p:sp>
      <p:sp>
        <p:nvSpPr>
          <p:cNvPr id="4" name="Footer Placeholder 3">
            <a:extLst>
              <a:ext uri="{FF2B5EF4-FFF2-40B4-BE49-F238E27FC236}">
                <a16:creationId xmlns:a16="http://schemas.microsoft.com/office/drawing/2014/main" id="{897679EA-938D-1654-714C-A6F9DEE6EA0F}"/>
              </a:ext>
            </a:extLst>
          </p:cNvPr>
          <p:cNvSpPr>
            <a:spLocks noGrp="1"/>
          </p:cNvSpPr>
          <p:nvPr>
            <p:ph type="ftr" sz="quarter" idx="13"/>
          </p:nvPr>
        </p:nvSpPr>
        <p:spPr/>
        <p:txBody>
          <a:bodyPr/>
          <a:lstStyle/>
          <a:p>
            <a:r>
              <a:rPr lang="en-GB"/>
              <a:t>Confidential</a:t>
            </a:r>
            <a:endParaRPr lang="en-GB" dirty="0"/>
          </a:p>
        </p:txBody>
      </p:sp>
    </p:spTree>
    <p:extLst>
      <p:ext uri="{BB962C8B-B14F-4D97-AF65-F5344CB8AC3E}">
        <p14:creationId xmlns:p14="http://schemas.microsoft.com/office/powerpoint/2010/main" val="2747488756"/>
      </p:ext>
    </p:extLst>
  </p:cSld>
  <p:clrMapOvr>
    <a:masterClrMapping/>
  </p:clrMapOvr>
  <p:extLst>
    <p:ext uri="{DCECCB84-F9BA-43D5-87BE-67443E8EF086}">
      <p15:sldGuideLst xmlns:p15="http://schemas.microsoft.com/office/powerpoint/2012/main">
        <p15:guide id="1" orient="horz" pos="56" userDrawn="1">
          <p15:clr>
            <a:srgbClr val="8F8F8F"/>
          </p15:clr>
        </p15:guide>
        <p15:guide id="2" orient="horz" pos="664" userDrawn="1">
          <p15:clr>
            <a:srgbClr val="8F8F8F"/>
          </p15:clr>
        </p15:guide>
        <p15:guide id="3" orient="horz" pos="907" userDrawn="1">
          <p15:clr>
            <a:srgbClr val="FF96FF"/>
          </p15:clr>
        </p15:guide>
        <p15:guide id="4" orient="horz" pos="3866" userDrawn="1">
          <p15:clr>
            <a:srgbClr val="FF96FF"/>
          </p15:clr>
        </p15:guide>
        <p15:guide id="5" pos="453" userDrawn="1">
          <p15:clr>
            <a:srgbClr val="FF96FF"/>
          </p15:clr>
        </p15:guide>
        <p15:guide id="6" pos="1468" userDrawn="1">
          <p15:clr>
            <a:srgbClr val="FF96FF"/>
          </p15:clr>
        </p15:guide>
        <p15:guide id="7" pos="1605" userDrawn="1">
          <p15:clr>
            <a:srgbClr val="FF96FF"/>
          </p15:clr>
        </p15:guide>
        <p15:guide id="8" pos="2620" userDrawn="1">
          <p15:clr>
            <a:srgbClr val="FF96FF"/>
          </p15:clr>
        </p15:guide>
        <p15:guide id="9" pos="2756" userDrawn="1">
          <p15:clr>
            <a:srgbClr val="FF96FF"/>
          </p15:clr>
        </p15:guide>
        <p15:guide id="10" pos="3771" userDrawn="1">
          <p15:clr>
            <a:srgbClr val="FF96FF"/>
          </p15:clr>
        </p15:guide>
        <p15:guide id="11" pos="3908" userDrawn="1">
          <p15:clr>
            <a:srgbClr val="FF96FF"/>
          </p15:clr>
        </p15:guide>
        <p15:guide id="12" pos="4923" userDrawn="1">
          <p15:clr>
            <a:srgbClr val="FF96FF"/>
          </p15:clr>
        </p15:guide>
        <p15:guide id="13" pos="5059" userDrawn="1">
          <p15:clr>
            <a:srgbClr val="FF96FF"/>
          </p15:clr>
        </p15:guide>
        <p15:guide id="14" pos="6074" userDrawn="1">
          <p15:clr>
            <a:srgbClr val="FF96FF"/>
          </p15:clr>
        </p15:guide>
        <p15:guide id="15" pos="6211" userDrawn="1">
          <p15:clr>
            <a:srgbClr val="FF96FF"/>
          </p15:clr>
        </p15:guide>
        <p15:guide id="16" pos="7226" userDrawn="1">
          <p15:clr>
            <a:srgbClr val="FF96F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Footer Only">
    <p:spTree>
      <p:nvGrpSpPr>
        <p:cNvPr id="1" name=""/>
        <p:cNvGrpSpPr/>
        <p:nvPr/>
      </p:nvGrpSpPr>
      <p:grpSpPr>
        <a:xfrm>
          <a:off x="0" y="0"/>
          <a:ext cx="0" cy="0"/>
          <a:chOff x="0" y="0"/>
          <a:chExt cx="0" cy="0"/>
        </a:xfrm>
      </p:grpSpPr>
      <p:sp>
        <p:nvSpPr>
          <p:cNvPr id="7" name="Guides" hidden="1">
            <a:extLst>
              <a:ext uri="{FF2B5EF4-FFF2-40B4-BE49-F238E27FC236}">
                <a16:creationId xmlns:a16="http://schemas.microsoft.com/office/drawing/2014/main" id="{6E8A5566-A714-1F5F-599D-226C41AA788F}"/>
              </a:ext>
            </a:extLst>
          </p:cNvPr>
          <p:cNvSpPr/>
          <p:nvPr userDrawn="1">
            <p:custDataLst>
              <p:tags r:id="rId1"/>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4" name="Slide Number Placeholder 3">
            <a:extLst>
              <a:ext uri="{FF2B5EF4-FFF2-40B4-BE49-F238E27FC236}">
                <a16:creationId xmlns:a16="http://schemas.microsoft.com/office/drawing/2014/main" id="{1CE76A15-883E-B87A-5EFE-E3BAFB21B41D}"/>
              </a:ext>
            </a:extLst>
          </p:cNvPr>
          <p:cNvSpPr>
            <a:spLocks noGrp="1"/>
          </p:cNvSpPr>
          <p:nvPr>
            <p:ph type="sldNum" sz="quarter" idx="12"/>
          </p:nvPr>
        </p:nvSpPr>
        <p:spPr/>
        <p:txBody>
          <a:bodyPr/>
          <a:lstStyle/>
          <a:p>
            <a:fld id="{75A6CFFB-7194-4088-A46E-B1739916A60C}" type="slidenum">
              <a:rPr lang="en-GB" smtClean="0"/>
              <a:pPr/>
              <a:t>‹#›</a:t>
            </a:fld>
            <a:endParaRPr lang="en-GB" dirty="0"/>
          </a:p>
        </p:txBody>
      </p:sp>
      <p:sp>
        <p:nvSpPr>
          <p:cNvPr id="2" name="Rectangle 1">
            <a:extLst>
              <a:ext uri="{FF2B5EF4-FFF2-40B4-BE49-F238E27FC236}">
                <a16:creationId xmlns:a16="http://schemas.microsoft.com/office/drawing/2014/main" id="{37B756B5-6246-A5BB-7417-0D42B005B453}"/>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67"/>
                </a:solidFill>
              </a:rPr>
              <a:t>|</a:t>
            </a:r>
          </a:p>
        </p:txBody>
      </p:sp>
      <p:sp>
        <p:nvSpPr>
          <p:cNvPr id="3" name="Name_Title" descr="{&quot;templafy&quot;:{&quot;id&quot;:&quot;56df8b4a-6b0c-4bd2-961e-fb8d643dfb86&quot;}}">
            <a:extLst>
              <a:ext uri="{FF2B5EF4-FFF2-40B4-BE49-F238E27FC236}">
                <a16:creationId xmlns:a16="http://schemas.microsoft.com/office/drawing/2014/main" id="{300FA465-6959-4F8D-46BA-3EA62DFE6881}"/>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71"/>
                </a:solidFill>
              </a:rPr>
              <a:t>Turner &amp; Townsend</a:t>
            </a:r>
          </a:p>
        </p:txBody>
      </p:sp>
      <p:sp>
        <p:nvSpPr>
          <p:cNvPr id="6" name="Footer Placeholder 5">
            <a:extLst>
              <a:ext uri="{FF2B5EF4-FFF2-40B4-BE49-F238E27FC236}">
                <a16:creationId xmlns:a16="http://schemas.microsoft.com/office/drawing/2014/main" id="{3717A7E6-9B19-EE79-F603-44FD7544EC77}"/>
              </a:ext>
            </a:extLst>
          </p:cNvPr>
          <p:cNvSpPr>
            <a:spLocks noGrp="1"/>
          </p:cNvSpPr>
          <p:nvPr>
            <p:ph type="ftr" sz="quarter" idx="14"/>
          </p:nvPr>
        </p:nvSpPr>
        <p:spPr/>
        <p:txBody>
          <a:bodyPr/>
          <a:lstStyle/>
          <a:p>
            <a:r>
              <a:rPr lang="en-GB"/>
              <a:t>Confidential</a:t>
            </a:r>
            <a:endParaRPr lang="en-GB" dirty="0"/>
          </a:p>
        </p:txBody>
      </p:sp>
    </p:spTree>
    <p:extLst>
      <p:ext uri="{BB962C8B-B14F-4D97-AF65-F5344CB8AC3E}">
        <p14:creationId xmlns:p14="http://schemas.microsoft.com/office/powerpoint/2010/main" val="1489820025"/>
      </p:ext>
    </p:extLst>
  </p:cSld>
  <p:clrMapOvr>
    <a:masterClrMapping/>
  </p:clrMapOvr>
  <p:extLst>
    <p:ext uri="{DCECCB84-F9BA-43D5-87BE-67443E8EF086}">
      <p15:sldGuideLst xmlns:p15="http://schemas.microsoft.com/office/powerpoint/2012/main">
        <p15:guide id="3" orient="horz" pos="913" userDrawn="1">
          <p15:clr>
            <a:srgbClr val="FF96FF"/>
          </p15:clr>
        </p15:guide>
        <p15:guide id="4" orient="horz" pos="3866" userDrawn="1">
          <p15:clr>
            <a:srgbClr val="FF96FF"/>
          </p15:clr>
        </p15:guide>
        <p15:guide id="5" pos="453" userDrawn="1">
          <p15:clr>
            <a:srgbClr val="FF96FF"/>
          </p15:clr>
        </p15:guide>
        <p15:guide id="6" pos="1468" userDrawn="1">
          <p15:clr>
            <a:srgbClr val="FF96FF"/>
          </p15:clr>
        </p15:guide>
        <p15:guide id="7" pos="1605" userDrawn="1">
          <p15:clr>
            <a:srgbClr val="FF96FF"/>
          </p15:clr>
        </p15:guide>
        <p15:guide id="8" pos="2620" userDrawn="1">
          <p15:clr>
            <a:srgbClr val="FF96FF"/>
          </p15:clr>
        </p15:guide>
        <p15:guide id="9" pos="2756" userDrawn="1">
          <p15:clr>
            <a:srgbClr val="FF96FF"/>
          </p15:clr>
        </p15:guide>
        <p15:guide id="10" pos="3771" userDrawn="1">
          <p15:clr>
            <a:srgbClr val="FF96FF"/>
          </p15:clr>
        </p15:guide>
        <p15:guide id="11" pos="3908" userDrawn="1">
          <p15:clr>
            <a:srgbClr val="FF96FF"/>
          </p15:clr>
        </p15:guide>
        <p15:guide id="12" pos="4923" userDrawn="1">
          <p15:clr>
            <a:srgbClr val="FF96FF"/>
          </p15:clr>
        </p15:guide>
        <p15:guide id="13" pos="5059" userDrawn="1">
          <p15:clr>
            <a:srgbClr val="FF96FF"/>
          </p15:clr>
        </p15:guide>
        <p15:guide id="14" pos="6074" userDrawn="1">
          <p15:clr>
            <a:srgbClr val="FF96FF"/>
          </p15:clr>
        </p15:guide>
        <p15:guide id="15" pos="6211" userDrawn="1">
          <p15:clr>
            <a:srgbClr val="FF96FF"/>
          </p15:clr>
        </p15:guide>
        <p15:guide id="16" pos="7226" userDrawn="1">
          <p15:clr>
            <a:srgbClr val="FF96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ackp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E2376C8-BA44-02A0-4156-FE0ADDB34F95}"/>
              </a:ext>
            </a:extLst>
          </p:cNvPr>
          <p:cNvSpPr/>
          <p:nvPr userDrawn="1"/>
        </p:nvSpPr>
        <p:spPr>
          <a:xfrm>
            <a:off x="9893300" y="35994"/>
            <a:ext cx="2095500" cy="520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US" sz="1400" dirty="0">
              <a:latin typeface="+mj-lt"/>
            </a:endParaRPr>
          </a:p>
        </p:txBody>
      </p:sp>
      <p:sp>
        <p:nvSpPr>
          <p:cNvPr id="6" name="Rectangle 5">
            <a:extLst>
              <a:ext uri="{FF2B5EF4-FFF2-40B4-BE49-F238E27FC236}">
                <a16:creationId xmlns:a16="http://schemas.microsoft.com/office/drawing/2014/main" id="{A6A10D6F-04D5-CD73-C688-009F4B8CC047}"/>
              </a:ext>
            </a:extLst>
          </p:cNvPr>
          <p:cNvSpPr/>
          <p:nvPr userDrawn="1"/>
        </p:nvSpPr>
        <p:spPr>
          <a:xfrm>
            <a:off x="101600" y="6271238"/>
            <a:ext cx="11988800" cy="520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US" sz="1400" dirty="0">
              <a:latin typeface="+mj-lt"/>
            </a:endParaRPr>
          </a:p>
        </p:txBody>
      </p:sp>
      <p:sp>
        <p:nvSpPr>
          <p:cNvPr id="7" name="TextBox 6">
            <a:extLst>
              <a:ext uri="{FF2B5EF4-FFF2-40B4-BE49-F238E27FC236}">
                <a16:creationId xmlns:a16="http://schemas.microsoft.com/office/drawing/2014/main" id="{F5A67901-A011-AA0E-A694-43F670C6C1DC}"/>
              </a:ext>
            </a:extLst>
          </p:cNvPr>
          <p:cNvSpPr txBox="1"/>
          <p:nvPr userDrawn="1"/>
        </p:nvSpPr>
        <p:spPr>
          <a:xfrm>
            <a:off x="407989" y="6079969"/>
            <a:ext cx="11276012" cy="520700"/>
          </a:xfrm>
          <a:prstGeom prst="rect">
            <a:avLst/>
          </a:prstGeom>
          <a:noFill/>
        </p:spPr>
        <p:txBody>
          <a:bodyPr wrap="square" lIns="0" tIns="0" rIns="0" bIns="0" rtlCol="0" anchor="b" anchorCtr="0">
            <a:noAutofit/>
          </a:bodyPr>
          <a:lstStyle/>
          <a:p>
            <a:pPr>
              <a:spcAft>
                <a:spcPts val="700"/>
              </a:spcAft>
            </a:pPr>
            <a:r>
              <a:rPr lang="en-GB" sz="700" dirty="0">
                <a:solidFill>
                  <a:schemeClr val="tx2"/>
                </a:solidFill>
              </a:rPr>
              <a:t>This content is for general information purposes only and does not purport to constitute professional advice.  We do not make any representation or give any warranty, express or implied, and shall not be liable for any losses or damages whatsoever, arising from reliance on information contained in this document.</a:t>
            </a:r>
          </a:p>
          <a:p>
            <a:pPr>
              <a:spcAft>
                <a:spcPts val="700"/>
              </a:spcAft>
            </a:pPr>
            <a:r>
              <a:rPr lang="en-GB" sz="700" dirty="0">
                <a:solidFill>
                  <a:schemeClr val="tx2"/>
                </a:solidFill>
              </a:rPr>
              <a:t>It must not be made available or copied or otherwise quoted or referred to in whole or in part in any way, including orally, to any other party without our express written permission and we accept no liability of whatsoever nature for any use by any other party.</a:t>
            </a:r>
          </a:p>
        </p:txBody>
      </p:sp>
      <p:sp>
        <p:nvSpPr>
          <p:cNvPr id="8" name="TextBox 7">
            <a:extLst>
              <a:ext uri="{FF2B5EF4-FFF2-40B4-BE49-F238E27FC236}">
                <a16:creationId xmlns:a16="http://schemas.microsoft.com/office/drawing/2014/main" id="{352418D7-4E26-87A9-662D-048BD0EE5141}"/>
              </a:ext>
            </a:extLst>
          </p:cNvPr>
          <p:cNvSpPr txBox="1"/>
          <p:nvPr userDrawn="1"/>
        </p:nvSpPr>
        <p:spPr>
          <a:xfrm>
            <a:off x="407989" y="5410015"/>
            <a:ext cx="3226173" cy="352501"/>
          </a:xfrm>
          <a:prstGeom prst="rect">
            <a:avLst/>
          </a:prstGeom>
          <a:noFill/>
        </p:spPr>
        <p:txBody>
          <a:bodyPr wrap="square" lIns="0" tIns="0" rIns="0" bIns="0" rtlCol="0">
            <a:noAutofit/>
          </a:bodyPr>
          <a:lstStyle/>
          <a:p>
            <a:pPr>
              <a:spcAft>
                <a:spcPts val="700"/>
              </a:spcAft>
            </a:pPr>
            <a:r>
              <a:rPr lang="en-GB" sz="1600" dirty="0" err="1">
                <a:solidFill>
                  <a:schemeClr val="accent1"/>
                </a:solidFill>
                <a:latin typeface="Georgia" panose="02040502050405020303" pitchFamily="18" charset="0"/>
              </a:rPr>
              <a:t>www.turnerandtownsend.com</a:t>
            </a:r>
            <a:endParaRPr lang="en-GB" sz="1600" dirty="0">
              <a:solidFill>
                <a:schemeClr val="accent1"/>
              </a:solidFill>
              <a:latin typeface="Georgia" panose="02040502050405020303" pitchFamily="18" charset="0"/>
            </a:endParaRPr>
          </a:p>
          <a:p>
            <a:pPr>
              <a:spcAft>
                <a:spcPts val="700"/>
              </a:spcAft>
            </a:pPr>
            <a:endParaRPr lang="en-GB" sz="1600" dirty="0">
              <a:solidFill>
                <a:schemeClr val="accent1"/>
              </a:solidFill>
              <a:latin typeface="Georgia" panose="02040502050405020303" pitchFamily="18" charset="0"/>
            </a:endParaRPr>
          </a:p>
        </p:txBody>
      </p:sp>
      <p:sp>
        <p:nvSpPr>
          <p:cNvPr id="9" name="TextBox 8">
            <a:extLst>
              <a:ext uri="{FF2B5EF4-FFF2-40B4-BE49-F238E27FC236}">
                <a16:creationId xmlns:a16="http://schemas.microsoft.com/office/drawing/2014/main" id="{72A8E388-7313-0AE1-48E6-2191F94096EC}"/>
              </a:ext>
            </a:extLst>
          </p:cNvPr>
          <p:cNvSpPr txBox="1"/>
          <p:nvPr userDrawn="1"/>
        </p:nvSpPr>
        <p:spPr>
          <a:xfrm>
            <a:off x="407988" y="4592003"/>
            <a:ext cx="399759" cy="173986"/>
          </a:xfrm>
          <a:prstGeom prst="rect">
            <a:avLst/>
          </a:prstGeom>
          <a:noFill/>
        </p:spPr>
        <p:txBody>
          <a:bodyPr wrap="square" lIns="0" tIns="0" rIns="0" bIns="0" rtlCol="0">
            <a:noAutofit/>
          </a:bodyPr>
          <a:lstStyle/>
          <a:p>
            <a:pPr>
              <a:spcAft>
                <a:spcPts val="700"/>
              </a:spcAft>
            </a:pPr>
            <a:r>
              <a:rPr lang="en-GB" sz="1200" b="1" dirty="0">
                <a:solidFill>
                  <a:schemeClr val="accent2"/>
                </a:solidFill>
              </a:rPr>
              <a:t>t:</a:t>
            </a:r>
            <a:endParaRPr lang="en-US" sz="1200" b="1" dirty="0">
              <a:solidFill>
                <a:schemeClr val="accent2"/>
              </a:solidFill>
              <a:latin typeface="+mj-lt"/>
            </a:endParaRPr>
          </a:p>
        </p:txBody>
      </p:sp>
      <p:sp>
        <p:nvSpPr>
          <p:cNvPr id="10" name="TextBox 9">
            <a:extLst>
              <a:ext uri="{FF2B5EF4-FFF2-40B4-BE49-F238E27FC236}">
                <a16:creationId xmlns:a16="http://schemas.microsoft.com/office/drawing/2014/main" id="{4608494A-0BC7-1D7A-3661-E366FA900588}"/>
              </a:ext>
            </a:extLst>
          </p:cNvPr>
          <p:cNvSpPr txBox="1"/>
          <p:nvPr userDrawn="1"/>
        </p:nvSpPr>
        <p:spPr>
          <a:xfrm>
            <a:off x="407988" y="4854066"/>
            <a:ext cx="399759" cy="173987"/>
          </a:xfrm>
          <a:prstGeom prst="rect">
            <a:avLst/>
          </a:prstGeom>
          <a:noFill/>
        </p:spPr>
        <p:txBody>
          <a:bodyPr wrap="square" lIns="0" tIns="0" rIns="0" bIns="0" rtlCol="0">
            <a:noAutofit/>
          </a:bodyPr>
          <a:lstStyle/>
          <a:p>
            <a:pPr>
              <a:spcAft>
                <a:spcPts val="700"/>
              </a:spcAft>
            </a:pPr>
            <a:r>
              <a:rPr lang="en-GB" sz="1200" b="1" dirty="0">
                <a:solidFill>
                  <a:schemeClr val="accent2"/>
                </a:solidFill>
              </a:rPr>
              <a:t>e:</a:t>
            </a:r>
            <a:endParaRPr lang="en-US" sz="1200" b="1" dirty="0">
              <a:solidFill>
                <a:schemeClr val="accent2"/>
              </a:solidFill>
              <a:latin typeface="+mj-lt"/>
            </a:endParaRPr>
          </a:p>
        </p:txBody>
      </p:sp>
      <p:sp>
        <p:nvSpPr>
          <p:cNvPr id="11" name="Address1" descr="{&quot;templafy&quot;:{&quot;id&quot;:&quot;90e9b15c-9e44-4ce3-a273-ed7ad352eca0&quot;}}">
            <a:extLst>
              <a:ext uri="{FF2B5EF4-FFF2-40B4-BE49-F238E27FC236}">
                <a16:creationId xmlns:a16="http://schemas.microsoft.com/office/drawing/2014/main" id="{5DE8ADF8-49FF-E38C-8DBA-0A1A3A9DEEE3}"/>
              </a:ext>
            </a:extLst>
          </p:cNvPr>
          <p:cNvSpPr/>
          <p:nvPr userDrawn="1"/>
        </p:nvSpPr>
        <p:spPr>
          <a:xfrm>
            <a:off x="410947" y="3231773"/>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tx2"/>
                </a:solidFill>
                <a:latin typeface="+mn-lt"/>
              </a:rPr>
              <a:t>Ground Floor</a:t>
            </a:r>
          </a:p>
        </p:txBody>
      </p:sp>
      <p:sp>
        <p:nvSpPr>
          <p:cNvPr id="12" name="Address2" descr="{&quot;templafy&quot;:{&quot;id&quot;:&quot;8e910627-b5b2-421d-871a-f9d6a6e5c6a4&quot;}}">
            <a:extLst>
              <a:ext uri="{FF2B5EF4-FFF2-40B4-BE49-F238E27FC236}">
                <a16:creationId xmlns:a16="http://schemas.microsoft.com/office/drawing/2014/main" id="{1C48C1CE-DB1E-E78A-6BFC-1A6C053231E7}"/>
              </a:ext>
            </a:extLst>
          </p:cNvPr>
          <p:cNvSpPr/>
          <p:nvPr userDrawn="1"/>
        </p:nvSpPr>
        <p:spPr>
          <a:xfrm>
            <a:off x="414806" y="3447302"/>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tx2"/>
                </a:solidFill>
                <a:latin typeface="+mn-lt"/>
              </a:rPr>
              <a:t>55 Colmore Row</a:t>
            </a:r>
          </a:p>
        </p:txBody>
      </p:sp>
      <p:sp>
        <p:nvSpPr>
          <p:cNvPr id="13" name="Address3" descr="{&quot;templafy&quot;:{&quot;id&quot;:&quot;05a3cd0b-2e22-4e49-adff-a0bfb2388b16&quot;}}">
            <a:extLst>
              <a:ext uri="{FF2B5EF4-FFF2-40B4-BE49-F238E27FC236}">
                <a16:creationId xmlns:a16="http://schemas.microsoft.com/office/drawing/2014/main" id="{EB5235B5-2EB9-3FE8-BA76-98784772438C}"/>
              </a:ext>
            </a:extLst>
          </p:cNvPr>
          <p:cNvSpPr/>
          <p:nvPr userDrawn="1"/>
        </p:nvSpPr>
        <p:spPr>
          <a:xfrm>
            <a:off x="407186" y="3662831"/>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tx2"/>
                </a:solidFill>
                <a:latin typeface="+mn-lt"/>
              </a:rPr>
              <a:t>Birmingham</a:t>
            </a:r>
          </a:p>
        </p:txBody>
      </p:sp>
      <p:sp>
        <p:nvSpPr>
          <p:cNvPr id="14" name="Address4" descr="{&quot;templafy&quot;:{&quot;id&quot;:&quot;11e3c2a3-9b0a-4b9a-8f85-d1234adf6ae8&quot;}}">
            <a:extLst>
              <a:ext uri="{FF2B5EF4-FFF2-40B4-BE49-F238E27FC236}">
                <a16:creationId xmlns:a16="http://schemas.microsoft.com/office/drawing/2014/main" id="{CCCEE710-F256-E13E-E74C-980411EA82E5}"/>
              </a:ext>
            </a:extLst>
          </p:cNvPr>
          <p:cNvSpPr/>
          <p:nvPr userDrawn="1"/>
        </p:nvSpPr>
        <p:spPr>
          <a:xfrm>
            <a:off x="408710" y="3878360"/>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tx2"/>
                </a:solidFill>
                <a:latin typeface="+mn-lt"/>
              </a:rPr>
              <a:t>B3 2AA</a:t>
            </a:r>
          </a:p>
        </p:txBody>
      </p:sp>
      <p:sp>
        <p:nvSpPr>
          <p:cNvPr id="15" name="Address5" descr="{&quot;templafy&quot;:{&quot;id&quot;:&quot;e83cae6f-21fb-4850-b798-86aa30f21e60&quot;}}">
            <a:extLst>
              <a:ext uri="{FF2B5EF4-FFF2-40B4-BE49-F238E27FC236}">
                <a16:creationId xmlns:a16="http://schemas.microsoft.com/office/drawing/2014/main" id="{D3EA7B25-1A52-42B1-4EAE-FB7447FC513C}"/>
              </a:ext>
            </a:extLst>
          </p:cNvPr>
          <p:cNvSpPr/>
          <p:nvPr userDrawn="1"/>
        </p:nvSpPr>
        <p:spPr>
          <a:xfrm>
            <a:off x="410234" y="4093889"/>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GB" sz="1200" dirty="0">
              <a:solidFill>
                <a:schemeClr val="tx2"/>
              </a:solidFill>
              <a:latin typeface="+mn-lt"/>
            </a:endParaRPr>
          </a:p>
        </p:txBody>
      </p:sp>
      <p:sp>
        <p:nvSpPr>
          <p:cNvPr id="16" name="Address6" descr="{&quot;templafy&quot;:{&quot;id&quot;:&quot;0f25c59e-504b-4c60-b657-18cdcbac804c&quot;}}">
            <a:extLst>
              <a:ext uri="{FF2B5EF4-FFF2-40B4-BE49-F238E27FC236}">
                <a16:creationId xmlns:a16="http://schemas.microsoft.com/office/drawing/2014/main" id="{017E4F76-2472-BC10-3AF5-34A2CD848C9F}"/>
              </a:ext>
            </a:extLst>
          </p:cNvPr>
          <p:cNvSpPr/>
          <p:nvPr userDrawn="1"/>
        </p:nvSpPr>
        <p:spPr>
          <a:xfrm>
            <a:off x="411758" y="4309419"/>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GB" sz="1200" dirty="0">
              <a:solidFill>
                <a:schemeClr val="tx2"/>
              </a:solidFill>
              <a:latin typeface="+mn-lt"/>
            </a:endParaRPr>
          </a:p>
        </p:txBody>
      </p:sp>
      <p:sp>
        <p:nvSpPr>
          <p:cNvPr id="17" name="Telephone" descr="{&quot;templafy&quot;:{&quot;id&quot;:&quot;7cbc9b53-a47e-4b90-b2db-0254384be322&quot;}}">
            <a:extLst>
              <a:ext uri="{FF2B5EF4-FFF2-40B4-BE49-F238E27FC236}">
                <a16:creationId xmlns:a16="http://schemas.microsoft.com/office/drawing/2014/main" id="{D8641E5D-356D-95E6-E1CA-F199A0110C30}"/>
              </a:ext>
            </a:extLst>
          </p:cNvPr>
          <p:cNvSpPr/>
          <p:nvPr userDrawn="1"/>
        </p:nvSpPr>
        <p:spPr>
          <a:xfrm>
            <a:off x="642649" y="4599758"/>
            <a:ext cx="504000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tx2"/>
                </a:solidFill>
                <a:latin typeface="+mn-lt"/>
              </a:rPr>
              <a:t>+44 (0)121 262 1100</a:t>
            </a:r>
          </a:p>
        </p:txBody>
      </p:sp>
      <p:sp>
        <p:nvSpPr>
          <p:cNvPr id="18" name="email" descr="{&quot;templafy&quot;:{&quot;id&quot;:&quot;685eeadd-63f9-4e8b-9a80-39e20c2c367d&quot;}}">
            <a:extLst>
              <a:ext uri="{FF2B5EF4-FFF2-40B4-BE49-F238E27FC236}">
                <a16:creationId xmlns:a16="http://schemas.microsoft.com/office/drawing/2014/main" id="{4B8491D2-E765-CFC5-F43B-ED3979716869}"/>
              </a:ext>
            </a:extLst>
          </p:cNvPr>
          <p:cNvSpPr/>
          <p:nvPr userDrawn="1"/>
        </p:nvSpPr>
        <p:spPr>
          <a:xfrm>
            <a:off x="642648" y="4858648"/>
            <a:ext cx="5040000" cy="1989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tx2"/>
                </a:solidFill>
                <a:latin typeface="+mn-lt"/>
              </a:rPr>
              <a:t>emma.blackwell@turntown.co.uk</a:t>
            </a:r>
          </a:p>
        </p:txBody>
      </p:sp>
      <p:sp>
        <p:nvSpPr>
          <p:cNvPr id="2" name="Rectangle 1">
            <a:extLst>
              <a:ext uri="{FF2B5EF4-FFF2-40B4-BE49-F238E27FC236}">
                <a16:creationId xmlns:a16="http://schemas.microsoft.com/office/drawing/2014/main" id="{9144FEFD-1C78-59B0-083C-1247F285EB16}"/>
              </a:ext>
            </a:extLst>
          </p:cNvPr>
          <p:cNvSpPr/>
          <p:nvPr userDrawn="1"/>
        </p:nvSpPr>
        <p:spPr>
          <a:xfrm>
            <a:off x="407186" y="5953785"/>
            <a:ext cx="100813" cy="126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700" dirty="0">
                <a:solidFill>
                  <a:schemeClr val="tx2"/>
                </a:solidFill>
              </a:rPr>
              <a:t>©</a:t>
            </a:r>
            <a:endParaRPr lang="en-GB" sz="700" dirty="0">
              <a:solidFill>
                <a:schemeClr val="tx2"/>
              </a:solidFill>
              <a:latin typeface="+mj-lt"/>
            </a:endParaRPr>
          </a:p>
        </p:txBody>
      </p:sp>
      <p:sp>
        <p:nvSpPr>
          <p:cNvPr id="20" name="Rectangle 19" descr="{&quot;templafy&quot;:{&quot;id&quot;:&quot;bd1237b2-52ad-4501-aca2-d52c8c752a73&quot;}}">
            <a:extLst>
              <a:ext uri="{FF2B5EF4-FFF2-40B4-BE49-F238E27FC236}">
                <a16:creationId xmlns:a16="http://schemas.microsoft.com/office/drawing/2014/main" id="{23EF6FCA-84C6-B1F3-A5E7-084E8FB92862}"/>
              </a:ext>
            </a:extLst>
          </p:cNvPr>
          <p:cNvSpPr/>
          <p:nvPr userDrawn="1"/>
        </p:nvSpPr>
        <p:spPr>
          <a:xfrm>
            <a:off x="518741" y="5956411"/>
            <a:ext cx="3398503" cy="1158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700" dirty="0">
                <a:solidFill>
                  <a:schemeClr val="tx2"/>
                </a:solidFill>
                <a:latin typeface="+mn-lt"/>
              </a:rPr>
              <a:t>Turner &amp; Townsend Group Limited</a:t>
            </a:r>
          </a:p>
        </p:txBody>
      </p:sp>
    </p:spTree>
    <p:extLst>
      <p:ext uri="{BB962C8B-B14F-4D97-AF65-F5344CB8AC3E}">
        <p14:creationId xmlns:p14="http://schemas.microsoft.com/office/powerpoint/2010/main" val="21130929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ackpage_Blue">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4724594-DDA5-0A97-4645-3495429DA647}"/>
              </a:ext>
            </a:extLst>
          </p:cNvPr>
          <p:cNvSpPr/>
          <p:nvPr userDrawn="1"/>
        </p:nvSpPr>
        <p:spPr>
          <a:xfrm>
            <a:off x="9893300" y="35994"/>
            <a:ext cx="2095500" cy="520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US" sz="1400" dirty="0">
              <a:solidFill>
                <a:schemeClr val="bg1"/>
              </a:solidFill>
              <a:latin typeface="+mj-lt"/>
            </a:endParaRPr>
          </a:p>
        </p:txBody>
      </p:sp>
      <p:sp>
        <p:nvSpPr>
          <p:cNvPr id="6" name="Rectangle 5">
            <a:extLst>
              <a:ext uri="{FF2B5EF4-FFF2-40B4-BE49-F238E27FC236}">
                <a16:creationId xmlns:a16="http://schemas.microsoft.com/office/drawing/2014/main" id="{8C05621A-4434-EF48-EBF3-C1E352D9BD40}"/>
              </a:ext>
            </a:extLst>
          </p:cNvPr>
          <p:cNvSpPr/>
          <p:nvPr userDrawn="1"/>
        </p:nvSpPr>
        <p:spPr>
          <a:xfrm>
            <a:off x="101600" y="6271238"/>
            <a:ext cx="11988800" cy="520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endParaRPr lang="en-US" sz="1400" dirty="0">
              <a:latin typeface="+mj-lt"/>
            </a:endParaRPr>
          </a:p>
        </p:txBody>
      </p:sp>
      <p:sp>
        <p:nvSpPr>
          <p:cNvPr id="8" name="TextBox 7">
            <a:extLst>
              <a:ext uri="{FF2B5EF4-FFF2-40B4-BE49-F238E27FC236}">
                <a16:creationId xmlns:a16="http://schemas.microsoft.com/office/drawing/2014/main" id="{64861E8B-C03A-CEFD-6FDA-CC44A3C84A7A}"/>
              </a:ext>
            </a:extLst>
          </p:cNvPr>
          <p:cNvSpPr txBox="1"/>
          <p:nvPr userDrawn="1"/>
        </p:nvSpPr>
        <p:spPr>
          <a:xfrm>
            <a:off x="407186" y="5410015"/>
            <a:ext cx="3226173" cy="352501"/>
          </a:xfrm>
          <a:prstGeom prst="rect">
            <a:avLst/>
          </a:prstGeom>
          <a:noFill/>
        </p:spPr>
        <p:txBody>
          <a:bodyPr wrap="square" lIns="0" tIns="0" rIns="0" bIns="0" rtlCol="0">
            <a:noAutofit/>
          </a:bodyPr>
          <a:lstStyle/>
          <a:p>
            <a:pPr>
              <a:spcAft>
                <a:spcPts val="700"/>
              </a:spcAft>
            </a:pPr>
            <a:r>
              <a:rPr lang="en-GB" sz="1600" dirty="0" err="1">
                <a:solidFill>
                  <a:schemeClr val="accent2"/>
                </a:solidFill>
                <a:latin typeface="Georgia" panose="02040502050405020303" pitchFamily="18" charset="0"/>
              </a:rPr>
              <a:t>www.turnerandtownsend.com</a:t>
            </a:r>
            <a:endParaRPr lang="en-GB" sz="1600" dirty="0">
              <a:solidFill>
                <a:schemeClr val="accent2"/>
              </a:solidFill>
              <a:latin typeface="Georgia" panose="02040502050405020303" pitchFamily="18" charset="0"/>
            </a:endParaRPr>
          </a:p>
          <a:p>
            <a:pPr>
              <a:spcAft>
                <a:spcPts val="700"/>
              </a:spcAft>
            </a:pPr>
            <a:endParaRPr lang="en-GB" sz="1600" dirty="0">
              <a:solidFill>
                <a:schemeClr val="accent2"/>
              </a:solidFill>
              <a:latin typeface="Georgia" panose="02040502050405020303" pitchFamily="18" charset="0"/>
            </a:endParaRPr>
          </a:p>
        </p:txBody>
      </p:sp>
      <p:sp>
        <p:nvSpPr>
          <p:cNvPr id="9" name="TextBox 8">
            <a:extLst>
              <a:ext uri="{FF2B5EF4-FFF2-40B4-BE49-F238E27FC236}">
                <a16:creationId xmlns:a16="http://schemas.microsoft.com/office/drawing/2014/main" id="{037FB54E-CCC4-BD8E-AA09-EE6CE8539B8A}"/>
              </a:ext>
            </a:extLst>
          </p:cNvPr>
          <p:cNvSpPr txBox="1"/>
          <p:nvPr userDrawn="1"/>
        </p:nvSpPr>
        <p:spPr>
          <a:xfrm>
            <a:off x="407186" y="4592003"/>
            <a:ext cx="399759" cy="173986"/>
          </a:xfrm>
          <a:prstGeom prst="rect">
            <a:avLst/>
          </a:prstGeom>
          <a:noFill/>
        </p:spPr>
        <p:txBody>
          <a:bodyPr wrap="square" lIns="0" tIns="0" rIns="0" bIns="0" rtlCol="0">
            <a:noAutofit/>
          </a:bodyPr>
          <a:lstStyle/>
          <a:p>
            <a:pPr>
              <a:spcAft>
                <a:spcPts val="700"/>
              </a:spcAft>
            </a:pPr>
            <a:r>
              <a:rPr lang="en-GB" sz="1200" b="1" dirty="0">
                <a:solidFill>
                  <a:schemeClr val="accent2"/>
                </a:solidFill>
              </a:rPr>
              <a:t>t:</a:t>
            </a:r>
            <a:endParaRPr lang="en-US" sz="1200" b="1" dirty="0">
              <a:solidFill>
                <a:schemeClr val="accent2"/>
              </a:solidFill>
              <a:latin typeface="+mj-lt"/>
            </a:endParaRPr>
          </a:p>
        </p:txBody>
      </p:sp>
      <p:sp>
        <p:nvSpPr>
          <p:cNvPr id="10" name="TextBox 9">
            <a:extLst>
              <a:ext uri="{FF2B5EF4-FFF2-40B4-BE49-F238E27FC236}">
                <a16:creationId xmlns:a16="http://schemas.microsoft.com/office/drawing/2014/main" id="{CC9E3B8B-A1E5-9C8B-05B1-6B623757449E}"/>
              </a:ext>
            </a:extLst>
          </p:cNvPr>
          <p:cNvSpPr txBox="1"/>
          <p:nvPr userDrawn="1"/>
        </p:nvSpPr>
        <p:spPr>
          <a:xfrm>
            <a:off x="407186" y="4854066"/>
            <a:ext cx="399759" cy="173987"/>
          </a:xfrm>
          <a:prstGeom prst="rect">
            <a:avLst/>
          </a:prstGeom>
          <a:noFill/>
        </p:spPr>
        <p:txBody>
          <a:bodyPr wrap="square" lIns="0" tIns="0" rIns="0" bIns="0" rtlCol="0">
            <a:noAutofit/>
          </a:bodyPr>
          <a:lstStyle/>
          <a:p>
            <a:pPr>
              <a:spcAft>
                <a:spcPts val="700"/>
              </a:spcAft>
            </a:pPr>
            <a:r>
              <a:rPr lang="en-GB" sz="1200" b="1" dirty="0">
                <a:solidFill>
                  <a:schemeClr val="accent2"/>
                </a:solidFill>
              </a:rPr>
              <a:t>e:</a:t>
            </a:r>
            <a:endParaRPr lang="en-US" sz="1200" b="1" dirty="0">
              <a:solidFill>
                <a:schemeClr val="accent2"/>
              </a:solidFill>
              <a:latin typeface="+mj-lt"/>
            </a:endParaRPr>
          </a:p>
        </p:txBody>
      </p:sp>
      <p:sp>
        <p:nvSpPr>
          <p:cNvPr id="11" name="Telephone" descr="{&quot;templafy&quot;:{&quot;id&quot;:&quot;824da008-03f8-46f1-94f5-b2cb2d8693e0&quot;}}">
            <a:extLst>
              <a:ext uri="{FF2B5EF4-FFF2-40B4-BE49-F238E27FC236}">
                <a16:creationId xmlns:a16="http://schemas.microsoft.com/office/drawing/2014/main" id="{A3D2F3E5-AE12-C21C-E614-DAE5F67CD745}"/>
              </a:ext>
            </a:extLst>
          </p:cNvPr>
          <p:cNvSpPr/>
          <p:nvPr userDrawn="1"/>
        </p:nvSpPr>
        <p:spPr>
          <a:xfrm>
            <a:off x="642648" y="4599758"/>
            <a:ext cx="504000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bg1"/>
                </a:solidFill>
                <a:latin typeface="+mn-lt"/>
              </a:rPr>
              <a:t>+44 (0)121 262 1100</a:t>
            </a:r>
          </a:p>
        </p:txBody>
      </p:sp>
      <p:sp>
        <p:nvSpPr>
          <p:cNvPr id="12" name="email" descr="{&quot;templafy&quot;:{&quot;id&quot;:&quot;7fe659a2-2bda-4dfd-bf40-6734f206598c&quot;}}">
            <a:extLst>
              <a:ext uri="{FF2B5EF4-FFF2-40B4-BE49-F238E27FC236}">
                <a16:creationId xmlns:a16="http://schemas.microsoft.com/office/drawing/2014/main" id="{AE5E0804-36DE-B9CE-29C5-8D7A4EB5D8A9}"/>
              </a:ext>
            </a:extLst>
          </p:cNvPr>
          <p:cNvSpPr/>
          <p:nvPr userDrawn="1"/>
        </p:nvSpPr>
        <p:spPr>
          <a:xfrm>
            <a:off x="642648" y="4858648"/>
            <a:ext cx="5040000" cy="1989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bg1"/>
                </a:solidFill>
                <a:latin typeface="+mn-lt"/>
              </a:rPr>
              <a:t>emma.blackwell@turntown.co.uk</a:t>
            </a:r>
          </a:p>
        </p:txBody>
      </p:sp>
      <p:sp>
        <p:nvSpPr>
          <p:cNvPr id="13" name="Address1" descr="{&quot;templafy&quot;:{&quot;id&quot;:&quot;8440ad8b-e56b-4f30-a140-dfaa20721518&quot;}}">
            <a:extLst>
              <a:ext uri="{FF2B5EF4-FFF2-40B4-BE49-F238E27FC236}">
                <a16:creationId xmlns:a16="http://schemas.microsoft.com/office/drawing/2014/main" id="{FE16395F-C98A-C72D-D4EC-4FE28940081C}"/>
              </a:ext>
            </a:extLst>
          </p:cNvPr>
          <p:cNvSpPr/>
          <p:nvPr userDrawn="1"/>
        </p:nvSpPr>
        <p:spPr>
          <a:xfrm>
            <a:off x="407186" y="3084221"/>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bg1"/>
                </a:solidFill>
                <a:latin typeface="+mn-lt"/>
              </a:rPr>
              <a:t>Ground Floor</a:t>
            </a:r>
          </a:p>
        </p:txBody>
      </p:sp>
      <p:sp>
        <p:nvSpPr>
          <p:cNvPr id="14" name="Address2" descr="{&quot;templafy&quot;:{&quot;id&quot;:&quot;ea933661-61a0-4c31-9d51-59de6c0adcfd&quot;}}">
            <a:extLst>
              <a:ext uri="{FF2B5EF4-FFF2-40B4-BE49-F238E27FC236}">
                <a16:creationId xmlns:a16="http://schemas.microsoft.com/office/drawing/2014/main" id="{95F51AF2-C01C-C610-5A5E-66DB6F8348CA}"/>
              </a:ext>
            </a:extLst>
          </p:cNvPr>
          <p:cNvSpPr/>
          <p:nvPr userDrawn="1"/>
        </p:nvSpPr>
        <p:spPr>
          <a:xfrm>
            <a:off x="407186" y="3299750"/>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bg1"/>
                </a:solidFill>
                <a:latin typeface="+mn-lt"/>
              </a:rPr>
              <a:t>55 Colmore Row</a:t>
            </a:r>
          </a:p>
        </p:txBody>
      </p:sp>
      <p:sp>
        <p:nvSpPr>
          <p:cNvPr id="15" name="Address3" descr="{&quot;templafy&quot;:{&quot;id&quot;:&quot;3ff7fd46-748e-4cb5-9dd5-8c11dcf06e15&quot;}}">
            <a:extLst>
              <a:ext uri="{FF2B5EF4-FFF2-40B4-BE49-F238E27FC236}">
                <a16:creationId xmlns:a16="http://schemas.microsoft.com/office/drawing/2014/main" id="{BD94926E-65C3-2851-4881-76CB4D1A0355}"/>
              </a:ext>
            </a:extLst>
          </p:cNvPr>
          <p:cNvSpPr/>
          <p:nvPr userDrawn="1"/>
        </p:nvSpPr>
        <p:spPr>
          <a:xfrm>
            <a:off x="407186" y="3515279"/>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bg1"/>
                </a:solidFill>
                <a:latin typeface="+mn-lt"/>
              </a:rPr>
              <a:t>Birmingham</a:t>
            </a:r>
          </a:p>
        </p:txBody>
      </p:sp>
      <p:sp>
        <p:nvSpPr>
          <p:cNvPr id="16" name="Address4" descr="{&quot;templafy&quot;:{&quot;id&quot;:&quot;87fac3cf-c688-4dcc-b3eb-fee12d938766&quot;}}">
            <a:extLst>
              <a:ext uri="{FF2B5EF4-FFF2-40B4-BE49-F238E27FC236}">
                <a16:creationId xmlns:a16="http://schemas.microsoft.com/office/drawing/2014/main" id="{943D5E0F-8D69-269C-5B62-774A7C8CA0CA}"/>
              </a:ext>
            </a:extLst>
          </p:cNvPr>
          <p:cNvSpPr/>
          <p:nvPr userDrawn="1"/>
        </p:nvSpPr>
        <p:spPr>
          <a:xfrm>
            <a:off x="407186" y="3730808"/>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1200" dirty="0">
                <a:solidFill>
                  <a:schemeClr val="bg1"/>
                </a:solidFill>
                <a:latin typeface="+mn-lt"/>
              </a:rPr>
              <a:t>B3 2AA</a:t>
            </a:r>
          </a:p>
        </p:txBody>
      </p:sp>
      <p:sp>
        <p:nvSpPr>
          <p:cNvPr id="17" name="Address5" descr="{&quot;templafy&quot;:{&quot;id&quot;:&quot;a7c80650-723d-4872-ac68-8c80a0bc5e54&quot;}}">
            <a:extLst>
              <a:ext uri="{FF2B5EF4-FFF2-40B4-BE49-F238E27FC236}">
                <a16:creationId xmlns:a16="http://schemas.microsoft.com/office/drawing/2014/main" id="{FA50F31A-8B32-7D0E-FAE3-2EC3B9852E4D}"/>
              </a:ext>
            </a:extLst>
          </p:cNvPr>
          <p:cNvSpPr/>
          <p:nvPr userDrawn="1"/>
        </p:nvSpPr>
        <p:spPr>
          <a:xfrm>
            <a:off x="407186" y="3946337"/>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a:p>
        </p:txBody>
      </p:sp>
      <p:sp>
        <p:nvSpPr>
          <p:cNvPr id="18" name="Address6" descr="{&quot;templafy&quot;:{&quot;id&quot;:&quot;8dd9ef16-2772-445a-a3bf-347e7ba2ef3e&quot;}}">
            <a:extLst>
              <a:ext uri="{FF2B5EF4-FFF2-40B4-BE49-F238E27FC236}">
                <a16:creationId xmlns:a16="http://schemas.microsoft.com/office/drawing/2014/main" id="{CD33ED80-5160-B6B2-4A40-EB4BA4EC4CEE}"/>
              </a:ext>
            </a:extLst>
          </p:cNvPr>
          <p:cNvSpPr/>
          <p:nvPr userDrawn="1"/>
        </p:nvSpPr>
        <p:spPr>
          <a:xfrm>
            <a:off x="407186" y="4161867"/>
            <a:ext cx="4659630" cy="173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endParaRPr lang="en-GB" sz="1200" dirty="0">
              <a:solidFill>
                <a:schemeClr val="bg1"/>
              </a:solidFill>
              <a:latin typeface="+mn-lt"/>
            </a:endParaRPr>
          </a:p>
        </p:txBody>
      </p:sp>
      <p:sp>
        <p:nvSpPr>
          <p:cNvPr id="2" name="TextBox 1">
            <a:extLst>
              <a:ext uri="{FF2B5EF4-FFF2-40B4-BE49-F238E27FC236}">
                <a16:creationId xmlns:a16="http://schemas.microsoft.com/office/drawing/2014/main" id="{0AC60836-F81C-45DB-EC6F-3EC90C8CD465}"/>
              </a:ext>
            </a:extLst>
          </p:cNvPr>
          <p:cNvSpPr txBox="1"/>
          <p:nvPr userDrawn="1"/>
        </p:nvSpPr>
        <p:spPr>
          <a:xfrm>
            <a:off x="407186" y="6079969"/>
            <a:ext cx="11276012" cy="520700"/>
          </a:xfrm>
          <a:prstGeom prst="rect">
            <a:avLst/>
          </a:prstGeom>
          <a:noFill/>
        </p:spPr>
        <p:txBody>
          <a:bodyPr wrap="square" lIns="0" tIns="0" rIns="0" bIns="0" rtlCol="0" anchor="b" anchorCtr="0">
            <a:noAutofit/>
          </a:bodyPr>
          <a:lstStyle/>
          <a:p>
            <a:pPr>
              <a:spcAft>
                <a:spcPts val="700"/>
              </a:spcAft>
            </a:pPr>
            <a:r>
              <a:rPr lang="en-GB" sz="700" dirty="0">
                <a:solidFill>
                  <a:schemeClr val="bg1"/>
                </a:solidFill>
              </a:rPr>
              <a:t>This content is for general information purposes only and does not purport to constitute professional advice.  We do not make any representation or give any warranty, express or implied, and shall not be liable for any losses or damages whatsoever, arising from reliance on information contained in this document.</a:t>
            </a:r>
          </a:p>
          <a:p>
            <a:pPr>
              <a:spcAft>
                <a:spcPts val="700"/>
              </a:spcAft>
            </a:pPr>
            <a:r>
              <a:rPr lang="en-GB" sz="700" dirty="0">
                <a:solidFill>
                  <a:schemeClr val="bg1"/>
                </a:solidFill>
              </a:rPr>
              <a:t>It must not be made available or copied or otherwise quoted or referred to in whole or in part in any way, including orally, to any other party without our express written permission and we accept no liability of whatsoever nature for any use by any other party.</a:t>
            </a:r>
          </a:p>
        </p:txBody>
      </p:sp>
      <p:sp>
        <p:nvSpPr>
          <p:cNvPr id="4" name="Rectangle 3">
            <a:extLst>
              <a:ext uri="{FF2B5EF4-FFF2-40B4-BE49-F238E27FC236}">
                <a16:creationId xmlns:a16="http://schemas.microsoft.com/office/drawing/2014/main" id="{0D13CF7D-0609-4850-3585-1D1011D427DF}"/>
              </a:ext>
            </a:extLst>
          </p:cNvPr>
          <p:cNvSpPr/>
          <p:nvPr userDrawn="1"/>
        </p:nvSpPr>
        <p:spPr>
          <a:xfrm>
            <a:off x="407186" y="5953785"/>
            <a:ext cx="100813" cy="126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700" dirty="0">
                <a:solidFill>
                  <a:schemeClr val="bg1"/>
                </a:solidFill>
              </a:rPr>
              <a:t>©</a:t>
            </a:r>
            <a:endParaRPr lang="en-GB" sz="700" dirty="0">
              <a:solidFill>
                <a:schemeClr val="bg1"/>
              </a:solidFill>
              <a:latin typeface="+mj-lt"/>
            </a:endParaRPr>
          </a:p>
        </p:txBody>
      </p:sp>
      <p:sp>
        <p:nvSpPr>
          <p:cNvPr id="19" name="Rectangle 18" descr="{&quot;templafy&quot;:{&quot;id&quot;:&quot;9e75a140-298e-43fc-acb5-42b4629ea5cd&quot;}}">
            <a:extLst>
              <a:ext uri="{FF2B5EF4-FFF2-40B4-BE49-F238E27FC236}">
                <a16:creationId xmlns:a16="http://schemas.microsoft.com/office/drawing/2014/main" id="{2636A5AE-36C8-A731-B43B-561B964E8D0F}"/>
              </a:ext>
            </a:extLst>
          </p:cNvPr>
          <p:cNvSpPr/>
          <p:nvPr userDrawn="1"/>
        </p:nvSpPr>
        <p:spPr>
          <a:xfrm>
            <a:off x="518741" y="5956411"/>
            <a:ext cx="3398503" cy="1158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a:r>
              <a:rPr lang="en-GB" sz="700" dirty="0">
                <a:solidFill>
                  <a:schemeClr val="bg1"/>
                </a:solidFill>
                <a:latin typeface="+mn-lt"/>
              </a:rPr>
              <a:t>Turner &amp; Townsend Group Limited</a:t>
            </a:r>
          </a:p>
        </p:txBody>
      </p:sp>
    </p:spTree>
    <p:extLst>
      <p:ext uri="{BB962C8B-B14F-4D97-AF65-F5344CB8AC3E}">
        <p14:creationId xmlns:p14="http://schemas.microsoft.com/office/powerpoint/2010/main" val="3736686251"/>
      </p:ext>
    </p:extLst>
  </p:cSld>
  <p:clrMapOvr>
    <a:masterClrMapping/>
  </p:clrMapOvr>
  <p:extLst>
    <p:ext uri="{DCECCB84-F9BA-43D5-87BE-67443E8EF086}">
      <p15:sldGuideLst xmlns:p15="http://schemas.microsoft.com/office/powerpoint/2012/main">
        <p15:guide id="1" orient="horz" pos="1933" userDrawn="1">
          <p15:clr>
            <a:srgbClr val="FBAE40"/>
          </p15:clr>
        </p15:guide>
        <p15:guide id="2" pos="25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9A4BE-A8B0-2BFB-D7BF-29A0DD3B8819}"/>
              </a:ext>
            </a:extLst>
          </p:cNvPr>
          <p:cNvSpPr>
            <a:spLocks noGrp="1"/>
          </p:cNvSpPr>
          <p:nvPr>
            <p:ph type="title"/>
            <p:custDataLst>
              <p:tags r:id="rId45"/>
            </p:custDataLst>
          </p:nvPr>
        </p:nvSpPr>
        <p:spPr>
          <a:xfrm>
            <a:off x="733331" y="88900"/>
            <a:ext cx="10737944" cy="965926"/>
          </a:xfrm>
          <a:prstGeom prst="rect">
            <a:avLst/>
          </a:prstGeom>
        </p:spPr>
        <p:txBody>
          <a:bodyPr vert="horz" lIns="0" tIns="0" rIns="0" bIns="0" rtlCol="0" anchor="b"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29F77F27-F2A6-C47F-EB09-4EDE7503BCF8}"/>
              </a:ext>
            </a:extLst>
          </p:cNvPr>
          <p:cNvSpPr>
            <a:spLocks noGrp="1"/>
          </p:cNvSpPr>
          <p:nvPr>
            <p:ph type="body" idx="1"/>
            <p:custDataLst>
              <p:tags r:id="rId46"/>
            </p:custDataLst>
          </p:nvPr>
        </p:nvSpPr>
        <p:spPr>
          <a:xfrm>
            <a:off x="720000" y="1440000"/>
            <a:ext cx="10751276" cy="4697275"/>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9" name="Guides" hidden="1">
            <a:extLst>
              <a:ext uri="{FF2B5EF4-FFF2-40B4-BE49-F238E27FC236}">
                <a16:creationId xmlns:a16="http://schemas.microsoft.com/office/drawing/2014/main" id="{7556F481-1546-0254-E9EA-4364DA79FBA1}"/>
              </a:ext>
            </a:extLst>
          </p:cNvPr>
          <p:cNvSpPr/>
          <p:nvPr userDrawn="1">
            <p:custDataLst>
              <p:tags r:id="rId47"/>
            </p:custDataLst>
          </p:nvPr>
        </p:nvSpPr>
        <p:spPr>
          <a:xfrm>
            <a:off x="0" y="0"/>
            <a:ext cx="635000" cy="254000"/>
          </a:xfrm>
          <a:prstGeom prst="rect">
            <a:avLst/>
          </a:prstGeom>
          <a:solidFill>
            <a:srgbClr val="FFFFFF">
              <a:alpha val="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a:solidFill>
                <a:srgbClr val="FFFFFF"/>
              </a:solidFill>
            </a:endParaRPr>
          </a:p>
        </p:txBody>
      </p:sp>
      <p:sp>
        <p:nvSpPr>
          <p:cNvPr id="20" name="Slide Number Placeholder 19">
            <a:extLst>
              <a:ext uri="{FF2B5EF4-FFF2-40B4-BE49-F238E27FC236}">
                <a16:creationId xmlns:a16="http://schemas.microsoft.com/office/drawing/2014/main" id="{EAE3C1EC-0177-45C1-68E1-27BF037A5FDC}"/>
              </a:ext>
            </a:extLst>
          </p:cNvPr>
          <p:cNvSpPr>
            <a:spLocks noGrp="1"/>
          </p:cNvSpPr>
          <p:nvPr>
            <p:ph type="sldNum" sz="quarter" idx="4"/>
          </p:nvPr>
        </p:nvSpPr>
        <p:spPr>
          <a:xfrm>
            <a:off x="11471275" y="6236877"/>
            <a:ext cx="284310" cy="282574"/>
          </a:xfrm>
          <a:prstGeom prst="rect">
            <a:avLst/>
          </a:prstGeom>
        </p:spPr>
        <p:txBody>
          <a:bodyPr vert="horz" lIns="0" tIns="0" rIns="0" bIns="0" rtlCol="0" anchor="b" anchorCtr="0"/>
          <a:lstStyle>
            <a:lvl1pPr algn="r">
              <a:defRPr sz="700">
                <a:solidFill>
                  <a:srgbClr val="5E6A71"/>
                </a:solidFill>
              </a:defRPr>
            </a:lvl1pPr>
          </a:lstStyle>
          <a:p>
            <a:fld id="{75A6CFFB-7194-4088-A46E-B1739916A60C}" type="slidenum">
              <a:rPr lang="en-GB" smtClean="0"/>
              <a:pPr/>
              <a:t>‹#›</a:t>
            </a:fld>
            <a:endParaRPr lang="en-GB" dirty="0"/>
          </a:p>
        </p:txBody>
      </p:sp>
      <p:sp>
        <p:nvSpPr>
          <p:cNvPr id="4" name="Date Placeholder 3">
            <a:extLst>
              <a:ext uri="{FF2B5EF4-FFF2-40B4-BE49-F238E27FC236}">
                <a16:creationId xmlns:a16="http://schemas.microsoft.com/office/drawing/2014/main" id="{52A940BB-5CBF-B10A-9952-D226B21DC1C4}"/>
              </a:ext>
            </a:extLst>
          </p:cNvPr>
          <p:cNvSpPr>
            <a:spLocks noGrp="1"/>
          </p:cNvSpPr>
          <p:nvPr>
            <p:ph type="dt" sz="half" idx="2"/>
          </p:nvPr>
        </p:nvSpPr>
        <p:spPr>
          <a:xfrm>
            <a:off x="5556613" y="6236877"/>
            <a:ext cx="1135793" cy="279400"/>
          </a:xfrm>
          <a:prstGeom prst="rect">
            <a:avLst/>
          </a:prstGeom>
        </p:spPr>
        <p:txBody>
          <a:bodyPr vert="horz" lIns="0" tIns="0" rIns="0" bIns="0" rtlCol="0" anchor="b" anchorCtr="0"/>
          <a:lstStyle>
            <a:lvl1pPr algn="l">
              <a:defRPr sz="700">
                <a:solidFill>
                  <a:srgbClr val="5E6A71"/>
                </a:solidFill>
              </a:defRPr>
            </a:lvl1pPr>
          </a:lstStyle>
          <a:p>
            <a:endParaRPr lang="en-GB" dirty="0"/>
          </a:p>
        </p:txBody>
      </p:sp>
      <p:cxnSp>
        <p:nvCxnSpPr>
          <p:cNvPr id="13" name="Straight Connector 12">
            <a:extLst>
              <a:ext uri="{FF2B5EF4-FFF2-40B4-BE49-F238E27FC236}">
                <a16:creationId xmlns:a16="http://schemas.microsoft.com/office/drawing/2014/main" id="{83D3678C-ACA3-3076-A428-AB1AA1D9ABDF}"/>
              </a:ext>
            </a:extLst>
          </p:cNvPr>
          <p:cNvCxnSpPr/>
          <p:nvPr userDrawn="1"/>
        </p:nvCxnSpPr>
        <p:spPr>
          <a:xfrm>
            <a:off x="424205" y="0"/>
            <a:ext cx="0" cy="965274"/>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5E1FCD1-50B2-3D8A-01B1-4FF7C19A4B89}"/>
              </a:ext>
            </a:extLst>
          </p:cNvPr>
          <p:cNvSpPr/>
          <p:nvPr userDrawn="1"/>
        </p:nvSpPr>
        <p:spPr>
          <a:xfrm>
            <a:off x="11451991" y="6230327"/>
            <a:ext cx="91805"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67"/>
                </a:solidFill>
              </a:rPr>
              <a:t>|</a:t>
            </a:r>
          </a:p>
        </p:txBody>
      </p:sp>
      <p:sp>
        <p:nvSpPr>
          <p:cNvPr id="12" name="Name_Title" descr="{&quot;templafy&quot;:{&quot;id&quot;:&quot;760edbb4-59df-42cf-9300-9b38c48ab041&quot;}}">
            <a:extLst>
              <a:ext uri="{FF2B5EF4-FFF2-40B4-BE49-F238E27FC236}">
                <a16:creationId xmlns:a16="http://schemas.microsoft.com/office/drawing/2014/main" id="{4A0423A8-951F-BB44-EE26-9C7140E6BBBC}"/>
              </a:ext>
            </a:extLst>
          </p:cNvPr>
          <p:cNvSpPr/>
          <p:nvPr userDrawn="1"/>
        </p:nvSpPr>
        <p:spPr>
          <a:xfrm>
            <a:off x="424206" y="6236877"/>
            <a:ext cx="5075390" cy="28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700" dirty="0">
                <a:solidFill>
                  <a:srgbClr val="5E6A71"/>
                </a:solidFill>
              </a:rPr>
              <a:t>Turner &amp; Townsend</a:t>
            </a:r>
          </a:p>
        </p:txBody>
      </p:sp>
      <p:sp>
        <p:nvSpPr>
          <p:cNvPr id="5" name="Footer Placeholder 4">
            <a:extLst>
              <a:ext uri="{FF2B5EF4-FFF2-40B4-BE49-F238E27FC236}">
                <a16:creationId xmlns:a16="http://schemas.microsoft.com/office/drawing/2014/main" id="{2E7C9E32-91A5-49D5-9514-9E28F5DD9BC9}"/>
              </a:ext>
            </a:extLst>
          </p:cNvPr>
          <p:cNvSpPr>
            <a:spLocks noGrp="1"/>
          </p:cNvSpPr>
          <p:nvPr>
            <p:ph type="ftr" sz="quarter" idx="3"/>
          </p:nvPr>
        </p:nvSpPr>
        <p:spPr>
          <a:xfrm>
            <a:off x="7213600" y="6236878"/>
            <a:ext cx="4150360" cy="282574"/>
          </a:xfrm>
          <a:prstGeom prst="rect">
            <a:avLst/>
          </a:prstGeom>
        </p:spPr>
        <p:txBody>
          <a:bodyPr vert="horz" lIns="0" tIns="0" rIns="0" bIns="0" rtlCol="0" anchor="b" anchorCtr="0"/>
          <a:lstStyle>
            <a:lvl1pPr algn="r">
              <a:defRPr sz="700">
                <a:solidFill>
                  <a:schemeClr val="tx1">
                    <a:tint val="75000"/>
                  </a:schemeClr>
                </a:solidFill>
              </a:defRPr>
            </a:lvl1pPr>
          </a:lstStyle>
          <a:p>
            <a:r>
              <a:rPr lang="en-GB"/>
              <a:t>Confidential</a:t>
            </a:r>
            <a:endParaRPr lang="en-GB" dirty="0"/>
          </a:p>
        </p:txBody>
      </p:sp>
    </p:spTree>
    <p:extLst>
      <p:ext uri="{BB962C8B-B14F-4D97-AF65-F5344CB8AC3E}">
        <p14:creationId xmlns:p14="http://schemas.microsoft.com/office/powerpoint/2010/main" val="1640053450"/>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699" r:id="rId3"/>
    <p:sldLayoutId id="2147483738" r:id="rId4"/>
    <p:sldLayoutId id="2147483739" r:id="rId5"/>
    <p:sldLayoutId id="2147483700" r:id="rId6"/>
    <p:sldLayoutId id="2147483748" r:id="rId7"/>
    <p:sldLayoutId id="2147483749" r:id="rId8"/>
    <p:sldLayoutId id="2147483733" r:id="rId9"/>
    <p:sldLayoutId id="2147483712" r:id="rId10"/>
    <p:sldLayoutId id="2147483736" r:id="rId11"/>
    <p:sldLayoutId id="2147483690" r:id="rId12"/>
    <p:sldLayoutId id="2147483691" r:id="rId13"/>
    <p:sldLayoutId id="2147483706" r:id="rId14"/>
    <p:sldLayoutId id="2147483732" r:id="rId15"/>
    <p:sldLayoutId id="2147483735" r:id="rId16"/>
    <p:sldLayoutId id="2147483707" r:id="rId17"/>
    <p:sldLayoutId id="2147483708" r:id="rId18"/>
    <p:sldLayoutId id="2147483734" r:id="rId19"/>
    <p:sldLayoutId id="2147483709" r:id="rId20"/>
    <p:sldLayoutId id="2147483711" r:id="rId21"/>
    <p:sldLayoutId id="2147483715" r:id="rId22"/>
    <p:sldLayoutId id="2147483730" r:id="rId23"/>
    <p:sldLayoutId id="2147483716" r:id="rId24"/>
    <p:sldLayoutId id="2147483717" r:id="rId25"/>
    <p:sldLayoutId id="2147483718" r:id="rId26"/>
    <p:sldLayoutId id="2147483719" r:id="rId27"/>
    <p:sldLayoutId id="2147483720" r:id="rId28"/>
    <p:sldLayoutId id="2147483721" r:id="rId29"/>
    <p:sldLayoutId id="2147483722" r:id="rId30"/>
    <p:sldLayoutId id="2147483725" r:id="rId31"/>
    <p:sldLayoutId id="2147483723" r:id="rId32"/>
    <p:sldLayoutId id="2147483724" r:id="rId33"/>
    <p:sldLayoutId id="2147483731" r:id="rId34"/>
    <p:sldLayoutId id="2147483737" r:id="rId35"/>
    <p:sldLayoutId id="2147483727" r:id="rId36"/>
    <p:sldLayoutId id="2147483742" r:id="rId37"/>
    <p:sldLayoutId id="2147483684" r:id="rId38"/>
    <p:sldLayoutId id="2147483676" r:id="rId39"/>
    <p:sldLayoutId id="2147483693" r:id="rId40"/>
    <p:sldLayoutId id="2147483694" r:id="rId41"/>
    <p:sldLayoutId id="2147483743" r:id="rId42"/>
    <p:sldLayoutId id="2147483744" r:id="rId43"/>
  </p:sldLayoutIdLst>
  <p:hf hdr="0" dt="0"/>
  <p:txStyles>
    <p:titleStyle>
      <a:lvl1pPr algn="l" defTabSz="914400" rtl="0" eaLnBrk="1" latinLnBrk="0" hangingPunct="1">
        <a:lnSpc>
          <a:spcPct val="9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A256C0-FF80-914A-22FF-14951AFC9791}"/>
              </a:ext>
            </a:extLst>
          </p:cNvPr>
          <p:cNvPicPr>
            <a:picLocks noChangeAspect="1"/>
          </p:cNvPicPr>
          <p:nvPr/>
        </p:nvPicPr>
        <p:blipFill>
          <a:blip r:embed="rId2"/>
          <a:srcRect t="230" b="96246"/>
          <a:stretch>
            <a:fillRect/>
          </a:stretch>
        </p:blipFill>
        <p:spPr>
          <a:xfrm>
            <a:off x="-362" y="0"/>
            <a:ext cx="12192000" cy="6858000"/>
          </a:xfrm>
          <a:prstGeom prst="rect">
            <a:avLst/>
          </a:prstGeom>
        </p:spPr>
      </p:pic>
      <p:sp>
        <p:nvSpPr>
          <p:cNvPr id="9" name="Text Placeholder 8">
            <a:extLst>
              <a:ext uri="{FF2B5EF4-FFF2-40B4-BE49-F238E27FC236}">
                <a16:creationId xmlns:a16="http://schemas.microsoft.com/office/drawing/2014/main" id="{2E6136AE-609B-11FF-971E-CF8E69BADD1F}"/>
              </a:ext>
            </a:extLst>
          </p:cNvPr>
          <p:cNvSpPr>
            <a:spLocks noGrp="1"/>
          </p:cNvSpPr>
          <p:nvPr>
            <p:ph type="body" sz="quarter" idx="45"/>
          </p:nvPr>
        </p:nvSpPr>
        <p:spPr/>
        <p:txBody>
          <a:bodyPr/>
          <a:lstStyle/>
          <a:p>
            <a:r>
              <a:rPr lang="en-GB" sz="2000" dirty="0">
                <a:solidFill>
                  <a:schemeClr val="bg1"/>
                </a:solidFill>
              </a:rPr>
              <a:t>Knowledge Management in an AI enabled world.</a:t>
            </a:r>
          </a:p>
        </p:txBody>
      </p:sp>
      <p:sp>
        <p:nvSpPr>
          <p:cNvPr id="7" name="Content Placeholder 6">
            <a:extLst>
              <a:ext uri="{FF2B5EF4-FFF2-40B4-BE49-F238E27FC236}">
                <a16:creationId xmlns:a16="http://schemas.microsoft.com/office/drawing/2014/main" id="{9047F2DF-2F13-1DCD-D23B-1673294E8359}"/>
              </a:ext>
            </a:extLst>
          </p:cNvPr>
          <p:cNvSpPr>
            <a:spLocks noGrp="1"/>
          </p:cNvSpPr>
          <p:nvPr>
            <p:ph type="body" sz="quarter" idx="28"/>
          </p:nvPr>
        </p:nvSpPr>
        <p:spPr>
          <a:xfrm>
            <a:off x="8340035" y="3592680"/>
            <a:ext cx="2573130" cy="2052000"/>
          </a:xfrm>
          <a:noFill/>
          <a:ln>
            <a:solidFill>
              <a:schemeClr val="accent2"/>
            </a:solidFill>
          </a:ln>
        </p:spPr>
        <p:txBody>
          <a:bodyPr vert="horz" lIns="144000" tIns="144000" rIns="144000" bIns="144000" rtlCol="0">
            <a:noAutofit/>
          </a:bodyPr>
          <a:lstStyle/>
          <a:p>
            <a:r>
              <a:rPr lang="en-US" sz="1400" b="1" dirty="0"/>
              <a:t>Outcome</a:t>
            </a:r>
            <a:br>
              <a:rPr lang="en-US" sz="1400" b="1" dirty="0"/>
            </a:br>
            <a:endParaRPr lang="en-US" sz="1400" b="1" dirty="0"/>
          </a:p>
          <a:p>
            <a:pPr lvl="1"/>
            <a:r>
              <a:rPr lang="en-US" sz="1200" b="0" dirty="0"/>
              <a:t>An organisation that speaks intentionally, safely and consistently through AI — protecting value while enabling better decisions.</a:t>
            </a:r>
          </a:p>
          <a:p>
            <a:endParaRPr lang="en-GB" sz="1400" b="1" dirty="0"/>
          </a:p>
        </p:txBody>
      </p:sp>
      <p:sp>
        <p:nvSpPr>
          <p:cNvPr id="10" name="Text Placeholder 9">
            <a:extLst>
              <a:ext uri="{FF2B5EF4-FFF2-40B4-BE49-F238E27FC236}">
                <a16:creationId xmlns:a16="http://schemas.microsoft.com/office/drawing/2014/main" id="{764A3A86-5623-911C-F8D0-6F638F3F481A}"/>
              </a:ext>
            </a:extLst>
          </p:cNvPr>
          <p:cNvSpPr>
            <a:spLocks noGrp="1"/>
          </p:cNvSpPr>
          <p:nvPr>
            <p:ph type="body" sz="quarter" idx="46"/>
          </p:nvPr>
        </p:nvSpPr>
        <p:spPr>
          <a:xfrm>
            <a:off x="5623042" y="1440000"/>
            <a:ext cx="2573130" cy="2052000"/>
          </a:xfrm>
        </p:spPr>
        <p:txBody>
          <a:bodyPr/>
          <a:lstStyle/>
          <a:p>
            <a:pPr>
              <a:defRPr sz="1400" b="1"/>
            </a:pPr>
            <a:r>
              <a:rPr lang="en-US" dirty="0"/>
              <a:t>Key AI‑driven knowledge risks</a:t>
            </a:r>
          </a:p>
          <a:p>
            <a:pPr lvl="1">
              <a:defRPr sz="1200"/>
            </a:pPr>
            <a:r>
              <a:rPr lang="en-US" b="0" dirty="0"/>
              <a:t>Hallucinations and unsound advice · Inconsistent outputs · IP leakage · Erosion of human accountability · Loss of trust · Accelerated knowledge decay.</a:t>
            </a:r>
          </a:p>
        </p:txBody>
      </p:sp>
      <p:sp>
        <p:nvSpPr>
          <p:cNvPr id="11" name="Text Placeholder 10">
            <a:extLst>
              <a:ext uri="{FF2B5EF4-FFF2-40B4-BE49-F238E27FC236}">
                <a16:creationId xmlns:a16="http://schemas.microsoft.com/office/drawing/2014/main" id="{97A8E00E-D8F8-1B9A-3F9E-1EAA9E8835B3}"/>
              </a:ext>
            </a:extLst>
          </p:cNvPr>
          <p:cNvSpPr>
            <a:spLocks noGrp="1"/>
          </p:cNvSpPr>
          <p:nvPr>
            <p:ph type="body" sz="quarter" idx="47"/>
          </p:nvPr>
        </p:nvSpPr>
        <p:spPr>
          <a:xfrm>
            <a:off x="8340035" y="1440000"/>
            <a:ext cx="2573130" cy="2052000"/>
          </a:xfrm>
        </p:spPr>
        <p:txBody>
          <a:bodyPr/>
          <a:lstStyle/>
          <a:p>
            <a:pPr>
              <a:defRPr sz="1400" b="1"/>
            </a:pPr>
            <a:r>
              <a:rPr lang="en-US" dirty="0"/>
              <a:t>Required strategic </a:t>
            </a:r>
            <a:br>
              <a:rPr lang="en-US" dirty="0"/>
            </a:br>
            <a:r>
              <a:rPr lang="en-US" dirty="0"/>
              <a:t>shift</a:t>
            </a:r>
          </a:p>
          <a:p>
            <a:pPr lvl="1">
              <a:defRPr sz="1200"/>
            </a:pPr>
            <a:r>
              <a:rPr lang="en-US" b="0" dirty="0"/>
              <a:t>From collecting content in large quantities to governing what knowledge we need, what AI is allowed to reason over and how knowledge is to be applied.</a:t>
            </a:r>
          </a:p>
        </p:txBody>
      </p:sp>
      <p:sp>
        <p:nvSpPr>
          <p:cNvPr id="12" name="Text Placeholder 11">
            <a:extLst>
              <a:ext uri="{FF2B5EF4-FFF2-40B4-BE49-F238E27FC236}">
                <a16:creationId xmlns:a16="http://schemas.microsoft.com/office/drawing/2014/main" id="{4CB68167-A430-21B7-6A8C-F97D41AB092D}"/>
              </a:ext>
            </a:extLst>
          </p:cNvPr>
          <p:cNvSpPr>
            <a:spLocks noGrp="1"/>
          </p:cNvSpPr>
          <p:nvPr>
            <p:ph type="body" sz="quarter" idx="48"/>
          </p:nvPr>
        </p:nvSpPr>
        <p:spPr>
          <a:xfrm>
            <a:off x="5623042" y="3592680"/>
            <a:ext cx="2573130" cy="2052000"/>
          </a:xfrm>
        </p:spPr>
        <p:txBody>
          <a:bodyPr/>
          <a:lstStyle/>
          <a:p>
            <a:pPr>
              <a:defRPr sz="1400" b="1"/>
            </a:pPr>
            <a:r>
              <a:rPr lang="en-US" dirty="0"/>
              <a:t>KM’s role in an AI‑enabled organisation</a:t>
            </a:r>
          </a:p>
          <a:p>
            <a:pPr lvl="1">
              <a:defRPr sz="1200"/>
            </a:pPr>
            <a:r>
              <a:rPr lang="en-US" b="0" dirty="0"/>
              <a:t>KM becomes a core trust and risk function ensuring AI outputs are explainable, consistent, auditable and human‑accountable — enabled by explicit editorial judgement over enterprise insight.</a:t>
            </a:r>
          </a:p>
        </p:txBody>
      </p:sp>
      <p:sp>
        <p:nvSpPr>
          <p:cNvPr id="15" name="Text Placeholder 14">
            <a:extLst>
              <a:ext uri="{FF2B5EF4-FFF2-40B4-BE49-F238E27FC236}">
                <a16:creationId xmlns:a16="http://schemas.microsoft.com/office/drawing/2014/main" id="{AECFE6EB-74CA-11C8-0F29-DC8FCDA49B03}"/>
              </a:ext>
            </a:extLst>
          </p:cNvPr>
          <p:cNvSpPr>
            <a:spLocks noGrp="1"/>
          </p:cNvSpPr>
          <p:nvPr>
            <p:ph type="body" sz="quarter" idx="51"/>
          </p:nvPr>
        </p:nvSpPr>
        <p:spPr>
          <a:xfrm>
            <a:off x="2906049" y="1440000"/>
            <a:ext cx="2573130" cy="2052000"/>
          </a:xfrm>
        </p:spPr>
        <p:txBody>
          <a:bodyPr/>
          <a:lstStyle/>
          <a:p>
            <a:pPr>
              <a:defRPr sz="1400" b="1"/>
            </a:pPr>
            <a:r>
              <a:rPr lang="en-US" dirty="0"/>
              <a:t>Why this </a:t>
            </a:r>
            <a:br>
              <a:rPr lang="en-US" dirty="0"/>
            </a:br>
            <a:r>
              <a:rPr lang="en-US" dirty="0"/>
              <a:t>matters</a:t>
            </a:r>
          </a:p>
          <a:p>
            <a:pPr lvl="1">
              <a:defRPr sz="1200"/>
            </a:pPr>
            <a:r>
              <a:rPr lang="en-US" b="0" dirty="0"/>
              <a:t>AI amplifies </a:t>
            </a:r>
            <a:r>
              <a:rPr lang="en-US" b="0" i="1" dirty="0"/>
              <a:t>knowledge</a:t>
            </a:r>
            <a:r>
              <a:rPr lang="en-US" b="0" dirty="0"/>
              <a:t> risk, not technology risk. Poorly governed knowledge can result in client harm, IP loss, reputational damage and legal exposure.</a:t>
            </a:r>
          </a:p>
        </p:txBody>
      </p:sp>
      <p:sp>
        <p:nvSpPr>
          <p:cNvPr id="16" name="Text Placeholder 15">
            <a:extLst>
              <a:ext uri="{FF2B5EF4-FFF2-40B4-BE49-F238E27FC236}">
                <a16:creationId xmlns:a16="http://schemas.microsoft.com/office/drawing/2014/main" id="{86A0D772-9172-780A-F86E-18805E1A932A}"/>
              </a:ext>
            </a:extLst>
          </p:cNvPr>
          <p:cNvSpPr>
            <a:spLocks noGrp="1"/>
          </p:cNvSpPr>
          <p:nvPr>
            <p:ph type="body" sz="quarter" idx="52"/>
          </p:nvPr>
        </p:nvSpPr>
        <p:spPr>
          <a:xfrm>
            <a:off x="2906049" y="3592680"/>
            <a:ext cx="2573130" cy="2052000"/>
          </a:xfrm>
        </p:spPr>
        <p:txBody>
          <a:bodyPr/>
          <a:lstStyle/>
          <a:p>
            <a:pPr>
              <a:defRPr sz="1400" b="1"/>
            </a:pPr>
            <a:r>
              <a:rPr lang="en-US" dirty="0"/>
              <a:t>Operating </a:t>
            </a:r>
            <a:br>
              <a:rPr lang="en-US" dirty="0"/>
            </a:br>
            <a:r>
              <a:rPr lang="en-US" dirty="0"/>
              <a:t>principle</a:t>
            </a:r>
          </a:p>
          <a:p>
            <a:pPr lvl="1">
              <a:defRPr sz="1200"/>
            </a:pPr>
            <a:r>
              <a:rPr lang="en-US" b="0" dirty="0"/>
              <a:t>Quality over quantity — answer the right things exceptionally well using curated, validated, high‑confidence knowledge.</a:t>
            </a:r>
          </a:p>
        </p:txBody>
      </p:sp>
      <p:sp>
        <p:nvSpPr>
          <p:cNvPr id="3" name="Slide Number Placeholder 2">
            <a:extLst>
              <a:ext uri="{FF2B5EF4-FFF2-40B4-BE49-F238E27FC236}">
                <a16:creationId xmlns:a16="http://schemas.microsoft.com/office/drawing/2014/main" id="{290A38A6-2203-09BC-4AB8-BEE18F6603C8}"/>
              </a:ext>
            </a:extLst>
          </p:cNvPr>
          <p:cNvSpPr>
            <a:spLocks noGrp="1"/>
          </p:cNvSpPr>
          <p:nvPr>
            <p:ph type="sldNum" sz="quarter" idx="55"/>
          </p:nvPr>
        </p:nvSpPr>
        <p:spPr/>
        <p:txBody>
          <a:bodyPr/>
          <a:lstStyle/>
          <a:p>
            <a:fld id="{75A6CFFB-7194-4088-A46E-B1739916A60C}" type="slidenum">
              <a:rPr lang="en-GB" smtClean="0"/>
              <a:pPr/>
              <a:t>1</a:t>
            </a:fld>
            <a:endParaRPr lang="en-GB" dirty="0"/>
          </a:p>
        </p:txBody>
      </p:sp>
      <p:sp>
        <p:nvSpPr>
          <p:cNvPr id="6" name="Footer Placeholder 5">
            <a:extLst>
              <a:ext uri="{FF2B5EF4-FFF2-40B4-BE49-F238E27FC236}">
                <a16:creationId xmlns:a16="http://schemas.microsoft.com/office/drawing/2014/main" id="{4FC375A3-FDAC-04D8-C8D3-6E2B5D5A273E}"/>
              </a:ext>
            </a:extLst>
          </p:cNvPr>
          <p:cNvSpPr>
            <a:spLocks noGrp="1"/>
          </p:cNvSpPr>
          <p:nvPr>
            <p:ph type="ftr" sz="quarter" idx="57"/>
          </p:nvPr>
        </p:nvSpPr>
        <p:spPr/>
        <p:txBody>
          <a:bodyPr/>
          <a:lstStyle/>
          <a:p>
            <a:r>
              <a:rPr lang="en-GB"/>
              <a:t>Confidential</a:t>
            </a:r>
            <a:endParaRPr lang="en-GB" dirty="0"/>
          </a:p>
        </p:txBody>
      </p:sp>
    </p:spTree>
    <p:extLst>
      <p:ext uri="{BB962C8B-B14F-4D97-AF65-F5344CB8AC3E}">
        <p14:creationId xmlns:p14="http://schemas.microsoft.com/office/powerpoint/2010/main" val="2839265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38A9F-E0FF-0410-FF2E-1A067F93EE21}"/>
              </a:ext>
            </a:extLst>
          </p:cNvPr>
          <p:cNvSpPr>
            <a:spLocks noGrp="1"/>
          </p:cNvSpPr>
          <p:nvPr>
            <p:ph type="title"/>
          </p:nvPr>
        </p:nvSpPr>
        <p:spPr/>
        <p:txBody>
          <a:bodyPr/>
          <a:lstStyle/>
          <a:p>
            <a:r>
              <a:rPr lang="en-GB" dirty="0"/>
              <a:t>Key concept </a:t>
            </a:r>
            <a:endParaRPr lang="en-GB" i="1" dirty="0"/>
          </a:p>
        </p:txBody>
      </p:sp>
      <p:sp>
        <p:nvSpPr>
          <p:cNvPr id="3" name="Slide Number Placeholder 2">
            <a:extLst>
              <a:ext uri="{FF2B5EF4-FFF2-40B4-BE49-F238E27FC236}">
                <a16:creationId xmlns:a16="http://schemas.microsoft.com/office/drawing/2014/main" id="{EE21B6F8-80CC-ACAB-61DD-630CF6074591}"/>
              </a:ext>
            </a:extLst>
          </p:cNvPr>
          <p:cNvSpPr>
            <a:spLocks noGrp="1"/>
          </p:cNvSpPr>
          <p:nvPr>
            <p:ph type="sldNum" sz="quarter" idx="11"/>
          </p:nvPr>
        </p:nvSpPr>
        <p:spPr/>
        <p:txBody>
          <a:bodyPr/>
          <a:lstStyle/>
          <a:p>
            <a:fld id="{75A6CFFB-7194-4088-A46E-B1739916A60C}" type="slidenum">
              <a:rPr lang="en-GB" smtClean="0"/>
              <a:pPr/>
              <a:t>2</a:t>
            </a:fld>
            <a:endParaRPr lang="en-GB" dirty="0"/>
          </a:p>
        </p:txBody>
      </p:sp>
      <p:sp>
        <p:nvSpPr>
          <p:cNvPr id="7" name="Content Placeholder 6">
            <a:extLst>
              <a:ext uri="{FF2B5EF4-FFF2-40B4-BE49-F238E27FC236}">
                <a16:creationId xmlns:a16="http://schemas.microsoft.com/office/drawing/2014/main" id="{EE8E8F31-2D85-FD70-9F59-E35BD34D10DC}"/>
              </a:ext>
            </a:extLst>
          </p:cNvPr>
          <p:cNvSpPr>
            <a:spLocks noGrp="1"/>
          </p:cNvSpPr>
          <p:nvPr>
            <p:ph sz="quarter" idx="12"/>
          </p:nvPr>
        </p:nvSpPr>
        <p:spPr>
          <a:xfrm>
            <a:off x="719999" y="2679078"/>
            <a:ext cx="3439251" cy="3557799"/>
          </a:xfrm>
          <a:solidFill>
            <a:schemeClr val="bg2"/>
          </a:solidFill>
        </p:spPr>
        <p:txBody>
          <a:bodyPr lIns="108000" tIns="108000" rIns="108000" bIns="108000"/>
          <a:lstStyle/>
          <a:p>
            <a:r>
              <a:rPr lang="en-GB" dirty="0">
                <a:solidFill>
                  <a:schemeClr val="accent1"/>
                </a:solidFill>
              </a:rPr>
              <a:t>AI does not replace human judgement</a:t>
            </a:r>
            <a:br>
              <a:rPr lang="en-GB" dirty="0">
                <a:solidFill>
                  <a:schemeClr val="accent1"/>
                </a:solidFill>
              </a:rPr>
            </a:br>
            <a:endParaRPr lang="en-GB" dirty="0">
              <a:solidFill>
                <a:schemeClr val="accent1"/>
              </a:solidFill>
            </a:endParaRPr>
          </a:p>
          <a:p>
            <a:r>
              <a:rPr lang="en-US" sz="1400" dirty="0">
                <a:solidFill>
                  <a:schemeClr val="accent3"/>
                </a:solidFill>
              </a:rPr>
              <a:t>AI can retrieve, </a:t>
            </a:r>
            <a:r>
              <a:rPr lang="en-US" sz="1400" dirty="0" err="1">
                <a:solidFill>
                  <a:schemeClr val="accent3"/>
                </a:solidFill>
              </a:rPr>
              <a:t>synthesise</a:t>
            </a:r>
            <a:r>
              <a:rPr lang="en-US" sz="1400" dirty="0">
                <a:solidFill>
                  <a:schemeClr val="accent3"/>
                </a:solidFill>
              </a:rPr>
              <a:t> and generate at speed — but human judgement always applies.</a:t>
            </a:r>
          </a:p>
          <a:p>
            <a:r>
              <a:rPr lang="en-US" sz="1400" dirty="0">
                <a:solidFill>
                  <a:schemeClr val="accent3"/>
                </a:solidFill>
              </a:rPr>
              <a:t>Knowledge Management ensures judgement is explicit, accountable, and applied before AI responses are trusted at scale.</a:t>
            </a:r>
            <a:endParaRPr lang="en-GB" sz="1400" dirty="0">
              <a:solidFill>
                <a:schemeClr val="accent3"/>
              </a:solidFill>
            </a:endParaRPr>
          </a:p>
        </p:txBody>
      </p:sp>
      <p:sp>
        <p:nvSpPr>
          <p:cNvPr id="8" name="Content Placeholder 7">
            <a:extLst>
              <a:ext uri="{FF2B5EF4-FFF2-40B4-BE49-F238E27FC236}">
                <a16:creationId xmlns:a16="http://schemas.microsoft.com/office/drawing/2014/main" id="{E8601F7A-FC4E-E8D2-421C-E0BA79A6E51E}"/>
              </a:ext>
            </a:extLst>
          </p:cNvPr>
          <p:cNvSpPr>
            <a:spLocks noGrp="1"/>
          </p:cNvSpPr>
          <p:nvPr>
            <p:ph sz="quarter" idx="16"/>
          </p:nvPr>
        </p:nvSpPr>
        <p:spPr>
          <a:xfrm>
            <a:off x="4376000" y="2679078"/>
            <a:ext cx="3439251" cy="3557799"/>
          </a:xfrm>
          <a:solidFill>
            <a:schemeClr val="bg2"/>
          </a:solidFill>
        </p:spPr>
        <p:txBody>
          <a:bodyPr lIns="108000" tIns="108000" rIns="108000" bIns="108000"/>
          <a:lstStyle/>
          <a:p>
            <a:r>
              <a:rPr lang="en-US" dirty="0">
                <a:solidFill>
                  <a:schemeClr val="accent1"/>
                </a:solidFill>
              </a:rPr>
              <a:t>Trust is created through governance and insight, not control</a:t>
            </a:r>
          </a:p>
          <a:p>
            <a:r>
              <a:rPr lang="en-US" sz="1400" dirty="0">
                <a:solidFill>
                  <a:schemeClr val="accent3"/>
                </a:solidFill>
              </a:rPr>
              <a:t>Consistency, confidence and limits are designed upstream, through validated enterprise insight — not managed through restrictions, disclaimers, or reactive intervention.</a:t>
            </a:r>
          </a:p>
          <a:p>
            <a:r>
              <a:rPr lang="en-US" sz="1400" dirty="0">
                <a:solidFill>
                  <a:schemeClr val="accent3"/>
                </a:solidFill>
              </a:rPr>
              <a:t>Governance is defined with the audience in mind, anything destined for a client needs to be considered as high risk, always requiring an appropriate level of human involvement.</a:t>
            </a:r>
            <a:endParaRPr lang="en-GB" sz="1400" dirty="0">
              <a:solidFill>
                <a:schemeClr val="accent3"/>
              </a:solidFill>
            </a:endParaRPr>
          </a:p>
        </p:txBody>
      </p:sp>
      <p:sp>
        <p:nvSpPr>
          <p:cNvPr id="9" name="Content Placeholder 8">
            <a:extLst>
              <a:ext uri="{FF2B5EF4-FFF2-40B4-BE49-F238E27FC236}">
                <a16:creationId xmlns:a16="http://schemas.microsoft.com/office/drawing/2014/main" id="{DBCE4990-DE76-FB31-D6D5-28BE587CCBF7}"/>
              </a:ext>
            </a:extLst>
          </p:cNvPr>
          <p:cNvSpPr>
            <a:spLocks noGrp="1"/>
          </p:cNvSpPr>
          <p:nvPr>
            <p:ph sz="quarter" idx="17"/>
          </p:nvPr>
        </p:nvSpPr>
        <p:spPr>
          <a:xfrm>
            <a:off x="8032000" y="2679078"/>
            <a:ext cx="3439251" cy="3557799"/>
          </a:xfrm>
          <a:solidFill>
            <a:schemeClr val="bg2"/>
          </a:solidFill>
        </p:spPr>
        <p:txBody>
          <a:bodyPr lIns="108000" tIns="108000" rIns="108000" bIns="108000"/>
          <a:lstStyle/>
          <a:p>
            <a:r>
              <a:rPr lang="en-US" dirty="0">
                <a:solidFill>
                  <a:schemeClr val="accent1"/>
                </a:solidFill>
              </a:rPr>
              <a:t>Knowledge Management controls what AI knows and how it reasons</a:t>
            </a:r>
          </a:p>
          <a:p>
            <a:r>
              <a:rPr lang="en-US" sz="1400" dirty="0">
                <a:solidFill>
                  <a:schemeClr val="accent3"/>
                </a:solidFill>
              </a:rPr>
              <a:t>Through insight, governance and editorial oversight, Knowledge Management defines:</a:t>
            </a:r>
          </a:p>
          <a:p>
            <a:pPr marL="285750" indent="-285750">
              <a:buClr>
                <a:schemeClr val="accent2"/>
              </a:buClr>
              <a:buFont typeface="Wingdings" panose="05000000000000000000" pitchFamily="2" charset="2"/>
              <a:buChar char="§"/>
            </a:pPr>
            <a:r>
              <a:rPr lang="en-US" sz="1400" dirty="0">
                <a:solidFill>
                  <a:schemeClr val="accent3"/>
                </a:solidFill>
              </a:rPr>
              <a:t>what knowledge AI can draw on</a:t>
            </a:r>
          </a:p>
          <a:p>
            <a:pPr marL="285750" indent="-285750">
              <a:buClr>
                <a:schemeClr val="accent2"/>
              </a:buClr>
              <a:buFont typeface="Wingdings" panose="05000000000000000000" pitchFamily="2" charset="2"/>
              <a:buChar char="§"/>
            </a:pPr>
            <a:r>
              <a:rPr lang="en-US" sz="1400" dirty="0">
                <a:solidFill>
                  <a:schemeClr val="accent3"/>
                </a:solidFill>
              </a:rPr>
              <a:t>how it is framed</a:t>
            </a:r>
          </a:p>
          <a:p>
            <a:pPr marL="285750" indent="-285750">
              <a:buClr>
                <a:schemeClr val="accent2"/>
              </a:buClr>
              <a:buFont typeface="Wingdings" panose="05000000000000000000" pitchFamily="2" charset="2"/>
              <a:buChar char="§"/>
            </a:pPr>
            <a:r>
              <a:rPr lang="en-US" sz="1400" dirty="0">
                <a:solidFill>
                  <a:schemeClr val="accent3"/>
                </a:solidFill>
              </a:rPr>
              <a:t>where AI must defer to human escalation</a:t>
            </a:r>
          </a:p>
          <a:p>
            <a:r>
              <a:rPr lang="en-US" sz="1400" dirty="0">
                <a:solidFill>
                  <a:schemeClr val="accent3"/>
                </a:solidFill>
              </a:rPr>
              <a:t>This ensures AI reflects a coherent organisational position</a:t>
            </a:r>
            <a:endParaRPr lang="en-GB" sz="1400" dirty="0">
              <a:solidFill>
                <a:schemeClr val="accent3"/>
              </a:solidFill>
            </a:endParaRPr>
          </a:p>
        </p:txBody>
      </p:sp>
      <p:sp>
        <p:nvSpPr>
          <p:cNvPr id="6" name="Footer Placeholder 5">
            <a:extLst>
              <a:ext uri="{FF2B5EF4-FFF2-40B4-BE49-F238E27FC236}">
                <a16:creationId xmlns:a16="http://schemas.microsoft.com/office/drawing/2014/main" id="{6FB33FF5-B573-FF05-D93F-AD9C4DFFF489}"/>
              </a:ext>
            </a:extLst>
          </p:cNvPr>
          <p:cNvSpPr>
            <a:spLocks noGrp="1"/>
          </p:cNvSpPr>
          <p:nvPr>
            <p:ph type="ftr" sz="quarter" idx="19"/>
          </p:nvPr>
        </p:nvSpPr>
        <p:spPr/>
        <p:txBody>
          <a:bodyPr/>
          <a:lstStyle/>
          <a:p>
            <a:r>
              <a:rPr lang="en-GB"/>
              <a:t>Confidential</a:t>
            </a:r>
            <a:endParaRPr lang="en-GB" dirty="0"/>
          </a:p>
        </p:txBody>
      </p:sp>
      <p:graphicFrame>
        <p:nvGraphicFramePr>
          <p:cNvPr id="11" name="Table 10">
            <a:extLst>
              <a:ext uri="{FF2B5EF4-FFF2-40B4-BE49-F238E27FC236}">
                <a16:creationId xmlns:a16="http://schemas.microsoft.com/office/drawing/2014/main" id="{3B84C4F7-943A-E3C4-4309-789CFDF41429}"/>
              </a:ext>
            </a:extLst>
          </p:cNvPr>
          <p:cNvGraphicFramePr>
            <a:graphicFrameLocks noGrp="1"/>
          </p:cNvGraphicFramePr>
          <p:nvPr/>
        </p:nvGraphicFramePr>
        <p:xfrm>
          <a:off x="733331" y="1618043"/>
          <a:ext cx="10750550" cy="781010"/>
        </p:xfrm>
        <a:graphic>
          <a:graphicData uri="http://schemas.openxmlformats.org/drawingml/2006/table">
            <a:tbl>
              <a:tblPr/>
              <a:tblGrid>
                <a:gridCol w="10750550">
                  <a:extLst>
                    <a:ext uri="{9D8B030D-6E8A-4147-A177-3AD203B41FA5}">
                      <a16:colId xmlns:a16="http://schemas.microsoft.com/office/drawing/2014/main" val="3092432259"/>
                    </a:ext>
                  </a:extLst>
                </a:gridCol>
              </a:tblGrid>
              <a:tr h="781010">
                <a:tc>
                  <a:txBody>
                    <a:bodyPr/>
                    <a:lstStyle/>
                    <a:p>
                      <a:pPr marL="0" indent="0" algn="ctr" defTabSz="914400" rtl="0" eaLnBrk="1" fontAlgn="t" latinLnBrk="0" hangingPunct="1">
                        <a:lnSpc>
                          <a:spcPct val="105000"/>
                        </a:lnSpc>
                        <a:spcBef>
                          <a:spcPts val="0"/>
                        </a:spcBef>
                        <a:spcAft>
                          <a:spcPts val="600"/>
                        </a:spcAft>
                        <a:buFontTx/>
                        <a:buNone/>
                      </a:pPr>
                      <a:r>
                        <a:rPr lang="en-US" sz="1800" b="0" kern="1200" dirty="0">
                          <a:solidFill>
                            <a:schemeClr val="bg1"/>
                          </a:solidFill>
                          <a:latin typeface="+mj-lt"/>
                          <a:ea typeface="+mn-ea"/>
                          <a:cs typeface="+mn-cs"/>
                        </a:rPr>
                        <a:t>Knowledge Management exists to ensure AI reflects what the organisation knows, how it reasons, and where human judgement always applies — creating trust before AI speaks, not after it fails.</a:t>
                      </a:r>
                    </a:p>
                  </a:txBody>
                  <a:tcPr anchor="ct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solidFill>
                      <a:schemeClr val="accent1"/>
                    </a:solidFill>
                  </a:tcPr>
                </a:tc>
                <a:extLst>
                  <a:ext uri="{0D108BD9-81ED-4DB2-BD59-A6C34878D82A}">
                    <a16:rowId xmlns:a16="http://schemas.microsoft.com/office/drawing/2014/main" val="3534485571"/>
                  </a:ext>
                </a:extLst>
              </a:tr>
            </a:tbl>
          </a:graphicData>
        </a:graphic>
      </p:graphicFrame>
    </p:spTree>
    <p:extLst>
      <p:ext uri="{BB962C8B-B14F-4D97-AF65-F5344CB8AC3E}">
        <p14:creationId xmlns:p14="http://schemas.microsoft.com/office/powerpoint/2010/main" val="1603253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CFF51-AC38-37C5-2CB8-61CB757D20DE}"/>
              </a:ext>
            </a:extLst>
          </p:cNvPr>
          <p:cNvSpPr>
            <a:spLocks noGrp="1"/>
          </p:cNvSpPr>
          <p:nvPr>
            <p:ph type="title"/>
          </p:nvPr>
        </p:nvSpPr>
        <p:spPr/>
        <p:txBody>
          <a:bodyPr/>
          <a:lstStyle/>
          <a:p>
            <a:r>
              <a:rPr lang="en-GB" dirty="0"/>
              <a:t>Accountability – maintaining professional responsibility</a:t>
            </a:r>
          </a:p>
        </p:txBody>
      </p:sp>
      <p:sp>
        <p:nvSpPr>
          <p:cNvPr id="3" name="Slide Number Placeholder 2">
            <a:extLst>
              <a:ext uri="{FF2B5EF4-FFF2-40B4-BE49-F238E27FC236}">
                <a16:creationId xmlns:a16="http://schemas.microsoft.com/office/drawing/2014/main" id="{C1B3C174-949B-AE03-E3E4-C8988491246E}"/>
              </a:ext>
            </a:extLst>
          </p:cNvPr>
          <p:cNvSpPr>
            <a:spLocks noGrp="1"/>
          </p:cNvSpPr>
          <p:nvPr>
            <p:ph type="sldNum" sz="quarter" idx="15"/>
          </p:nvPr>
        </p:nvSpPr>
        <p:spPr/>
        <p:txBody>
          <a:bodyPr/>
          <a:lstStyle/>
          <a:p>
            <a:fld id="{75A6CFFB-7194-4088-A46E-B1739916A60C}" type="slidenum">
              <a:rPr lang="en-GB" smtClean="0"/>
              <a:pPr/>
              <a:t>3</a:t>
            </a:fld>
            <a:endParaRPr lang="en-GB" dirty="0"/>
          </a:p>
        </p:txBody>
      </p:sp>
      <p:sp>
        <p:nvSpPr>
          <p:cNvPr id="6" name="Footer Placeholder 5">
            <a:extLst>
              <a:ext uri="{FF2B5EF4-FFF2-40B4-BE49-F238E27FC236}">
                <a16:creationId xmlns:a16="http://schemas.microsoft.com/office/drawing/2014/main" id="{BBF5AA99-1CF1-78C8-60B0-95C6CB440AAB}"/>
              </a:ext>
            </a:extLst>
          </p:cNvPr>
          <p:cNvSpPr>
            <a:spLocks noGrp="1"/>
          </p:cNvSpPr>
          <p:nvPr>
            <p:ph type="ftr" sz="quarter" idx="17"/>
          </p:nvPr>
        </p:nvSpPr>
        <p:spPr/>
        <p:txBody>
          <a:bodyPr/>
          <a:lstStyle/>
          <a:p>
            <a:r>
              <a:rPr lang="en-GB"/>
              <a:t>Confidential</a:t>
            </a:r>
            <a:endParaRPr lang="en-GB" dirty="0"/>
          </a:p>
        </p:txBody>
      </p:sp>
      <p:sp>
        <p:nvSpPr>
          <p:cNvPr id="7" name="Rectangle 6">
            <a:extLst>
              <a:ext uri="{FF2B5EF4-FFF2-40B4-BE49-F238E27FC236}">
                <a16:creationId xmlns:a16="http://schemas.microsoft.com/office/drawing/2014/main" id="{F3F8D64A-6930-D1AC-7D0D-B9613376F8C2}"/>
              </a:ext>
            </a:extLst>
          </p:cNvPr>
          <p:cNvSpPr/>
          <p:nvPr/>
        </p:nvSpPr>
        <p:spPr>
          <a:xfrm>
            <a:off x="2997629" y="1345886"/>
            <a:ext cx="1826989" cy="1077276"/>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i="1" dirty="0">
                <a:solidFill>
                  <a:schemeClr val="accent2"/>
                </a:solidFill>
                <a:latin typeface="+mj-lt"/>
              </a:rPr>
              <a:t>What the organisation wants the model to know</a:t>
            </a:r>
          </a:p>
        </p:txBody>
      </p:sp>
      <p:sp>
        <p:nvSpPr>
          <p:cNvPr id="8" name="Rectangle 7">
            <a:extLst>
              <a:ext uri="{FF2B5EF4-FFF2-40B4-BE49-F238E27FC236}">
                <a16:creationId xmlns:a16="http://schemas.microsoft.com/office/drawing/2014/main" id="{07124CB8-27D0-DF19-4811-2084692A0D97}"/>
              </a:ext>
            </a:extLst>
          </p:cNvPr>
          <p:cNvSpPr/>
          <p:nvPr/>
        </p:nvSpPr>
        <p:spPr>
          <a:xfrm>
            <a:off x="5261927" y="1345886"/>
            <a:ext cx="1826989" cy="1077276"/>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i="1" dirty="0">
                <a:solidFill>
                  <a:schemeClr val="accent2"/>
                </a:solidFill>
                <a:latin typeface="+mj-lt"/>
              </a:rPr>
              <a:t>The collection of everything that AI is allowed to reason over</a:t>
            </a:r>
          </a:p>
        </p:txBody>
      </p:sp>
      <p:sp>
        <p:nvSpPr>
          <p:cNvPr id="9" name="Rectangle 8">
            <a:extLst>
              <a:ext uri="{FF2B5EF4-FFF2-40B4-BE49-F238E27FC236}">
                <a16:creationId xmlns:a16="http://schemas.microsoft.com/office/drawing/2014/main" id="{C6DEF4B7-BAC2-009B-6E72-7F930B125988}"/>
              </a:ext>
            </a:extLst>
          </p:cNvPr>
          <p:cNvSpPr/>
          <p:nvPr/>
        </p:nvSpPr>
        <p:spPr>
          <a:xfrm>
            <a:off x="7258438" y="1345886"/>
            <a:ext cx="1826989" cy="1077276"/>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i="1" dirty="0">
                <a:solidFill>
                  <a:schemeClr val="accent2"/>
                </a:solidFill>
                <a:latin typeface="+mj-lt"/>
              </a:rPr>
              <a:t>How AI is trained to think and apply logic to the LLM</a:t>
            </a:r>
          </a:p>
        </p:txBody>
      </p:sp>
      <p:sp>
        <p:nvSpPr>
          <p:cNvPr id="10" name="Rectangle 9">
            <a:extLst>
              <a:ext uri="{FF2B5EF4-FFF2-40B4-BE49-F238E27FC236}">
                <a16:creationId xmlns:a16="http://schemas.microsoft.com/office/drawing/2014/main" id="{6EE0CDE1-43B0-A24E-74FA-C0ACCF37C4DD}"/>
              </a:ext>
            </a:extLst>
          </p:cNvPr>
          <p:cNvSpPr/>
          <p:nvPr/>
        </p:nvSpPr>
        <p:spPr>
          <a:xfrm>
            <a:off x="9483548" y="1352417"/>
            <a:ext cx="1826989" cy="1077276"/>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i="1" dirty="0">
                <a:solidFill>
                  <a:schemeClr val="accent2"/>
                </a:solidFill>
                <a:latin typeface="+mj-lt"/>
              </a:rPr>
              <a:t>How the user prompts the agents to provide the outputs</a:t>
            </a:r>
          </a:p>
        </p:txBody>
      </p:sp>
      <p:sp>
        <p:nvSpPr>
          <p:cNvPr id="17" name="Rectangle 16">
            <a:extLst>
              <a:ext uri="{FF2B5EF4-FFF2-40B4-BE49-F238E27FC236}">
                <a16:creationId xmlns:a16="http://schemas.microsoft.com/office/drawing/2014/main" id="{BB7711EE-D9DC-423E-E34F-BC3827BA7628}"/>
              </a:ext>
            </a:extLst>
          </p:cNvPr>
          <p:cNvSpPr/>
          <p:nvPr/>
        </p:nvSpPr>
        <p:spPr>
          <a:xfrm>
            <a:off x="733331" y="1345886"/>
            <a:ext cx="1826989" cy="1077276"/>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i="1" dirty="0">
                <a:solidFill>
                  <a:schemeClr val="accent2"/>
                </a:solidFill>
                <a:latin typeface="+mj-lt"/>
              </a:rPr>
              <a:t>What the organisation knows</a:t>
            </a:r>
          </a:p>
        </p:txBody>
      </p:sp>
      <p:sp>
        <p:nvSpPr>
          <p:cNvPr id="19" name="Rectangle 18">
            <a:extLst>
              <a:ext uri="{FF2B5EF4-FFF2-40B4-BE49-F238E27FC236}">
                <a16:creationId xmlns:a16="http://schemas.microsoft.com/office/drawing/2014/main" id="{24595743-5380-6EA1-74D9-C142A1F64D58}"/>
              </a:ext>
            </a:extLst>
          </p:cNvPr>
          <p:cNvSpPr/>
          <p:nvPr/>
        </p:nvSpPr>
        <p:spPr>
          <a:xfrm>
            <a:off x="2997629" y="3089377"/>
            <a:ext cx="1826989" cy="1345465"/>
          </a:xfrm>
          <a:prstGeom prst="rect">
            <a:avLst/>
          </a:prstGeom>
          <a:ln>
            <a:solidFill>
              <a:schemeClr val="accent3">
                <a:lumMod val="20000"/>
                <a:lumOff val="80000"/>
              </a:schemeClr>
            </a:solidFill>
          </a:ln>
        </p:spPr>
        <p:style>
          <a:lnRef idx="2">
            <a:schemeClr val="accent2"/>
          </a:lnRef>
          <a:fillRef idx="1">
            <a:schemeClr val="lt1"/>
          </a:fillRef>
          <a:effectRef idx="0">
            <a:schemeClr val="accent2"/>
          </a:effectRef>
          <a:fontRef idx="minor">
            <a:schemeClr val="dk1"/>
          </a:fontRef>
        </p:style>
        <p:txBody>
          <a:bodyPr lIns="144000" tIns="144000" rIns="144000" bIns="144000" rtlCol="0" anchor="ctr" anchorCtr="0"/>
          <a:lstStyle/>
          <a:p>
            <a:r>
              <a:rPr lang="en-GB" sz="1200" dirty="0">
                <a:solidFill>
                  <a:schemeClr val="accent3"/>
                </a:solidFill>
                <a:latin typeface="+mj-lt"/>
              </a:rPr>
              <a:t>SMEs are accountable for determining what is valid, high quality and fit for ingest into the AI model today.</a:t>
            </a:r>
          </a:p>
        </p:txBody>
      </p:sp>
      <p:sp>
        <p:nvSpPr>
          <p:cNvPr id="20" name="Rectangle 19">
            <a:extLst>
              <a:ext uri="{FF2B5EF4-FFF2-40B4-BE49-F238E27FC236}">
                <a16:creationId xmlns:a16="http://schemas.microsoft.com/office/drawing/2014/main" id="{7C97E3BF-4B74-FA33-7B5A-BF9BC2C38B30}"/>
              </a:ext>
            </a:extLst>
          </p:cNvPr>
          <p:cNvSpPr/>
          <p:nvPr/>
        </p:nvSpPr>
        <p:spPr>
          <a:xfrm>
            <a:off x="5261927" y="3089377"/>
            <a:ext cx="1826989" cy="1345465"/>
          </a:xfrm>
          <a:prstGeom prst="rect">
            <a:avLst/>
          </a:prstGeom>
          <a:ln>
            <a:solidFill>
              <a:schemeClr val="accent3">
                <a:lumMod val="20000"/>
                <a:lumOff val="80000"/>
              </a:schemeClr>
            </a:solidFill>
          </a:ln>
        </p:spPr>
        <p:style>
          <a:lnRef idx="2">
            <a:schemeClr val="accent2"/>
          </a:lnRef>
          <a:fillRef idx="1">
            <a:schemeClr val="lt1"/>
          </a:fillRef>
          <a:effectRef idx="0">
            <a:schemeClr val="accent2"/>
          </a:effectRef>
          <a:fontRef idx="minor">
            <a:schemeClr val="dk1"/>
          </a:fontRef>
        </p:style>
        <p:txBody>
          <a:bodyPr lIns="144000" tIns="144000" rIns="144000" bIns="144000" rtlCol="0" anchor="ctr" anchorCtr="0"/>
          <a:lstStyle/>
          <a:p>
            <a:r>
              <a:rPr lang="en-GB" sz="1200" dirty="0">
                <a:solidFill>
                  <a:schemeClr val="accent3"/>
                </a:solidFill>
                <a:latin typeface="+mj-lt"/>
              </a:rPr>
              <a:t>The consolidated ‘brain’ of data, insight and knowledge captured and indexed to create the LLM.</a:t>
            </a:r>
          </a:p>
        </p:txBody>
      </p:sp>
      <p:sp>
        <p:nvSpPr>
          <p:cNvPr id="21" name="Rectangle 20">
            <a:extLst>
              <a:ext uri="{FF2B5EF4-FFF2-40B4-BE49-F238E27FC236}">
                <a16:creationId xmlns:a16="http://schemas.microsoft.com/office/drawing/2014/main" id="{CD3AC2C9-7333-84A1-C5E6-8D4D65DC3833}"/>
              </a:ext>
            </a:extLst>
          </p:cNvPr>
          <p:cNvSpPr/>
          <p:nvPr/>
        </p:nvSpPr>
        <p:spPr>
          <a:xfrm>
            <a:off x="7258438" y="3089377"/>
            <a:ext cx="1826989" cy="1345465"/>
          </a:xfrm>
          <a:prstGeom prst="rect">
            <a:avLst/>
          </a:prstGeom>
          <a:ln>
            <a:solidFill>
              <a:schemeClr val="accent3">
                <a:lumMod val="20000"/>
                <a:lumOff val="80000"/>
              </a:schemeClr>
            </a:solidFill>
          </a:ln>
        </p:spPr>
        <p:style>
          <a:lnRef idx="2">
            <a:schemeClr val="accent2"/>
          </a:lnRef>
          <a:fillRef idx="1">
            <a:schemeClr val="lt1"/>
          </a:fillRef>
          <a:effectRef idx="0">
            <a:schemeClr val="accent2"/>
          </a:effectRef>
          <a:fontRef idx="minor">
            <a:schemeClr val="dk1"/>
          </a:fontRef>
        </p:style>
        <p:txBody>
          <a:bodyPr lIns="144000" tIns="144000" rIns="144000" bIns="144000" rtlCol="0" anchor="ctr" anchorCtr="0"/>
          <a:lstStyle/>
          <a:p>
            <a:r>
              <a:rPr lang="en-GB" sz="1200" dirty="0">
                <a:solidFill>
                  <a:schemeClr val="accent3"/>
                </a:solidFill>
                <a:latin typeface="+mj-lt"/>
              </a:rPr>
              <a:t>How the model thinks and applies logic and determines context, confidence and applicability.</a:t>
            </a:r>
          </a:p>
        </p:txBody>
      </p:sp>
      <p:sp>
        <p:nvSpPr>
          <p:cNvPr id="22" name="Rectangle 21">
            <a:extLst>
              <a:ext uri="{FF2B5EF4-FFF2-40B4-BE49-F238E27FC236}">
                <a16:creationId xmlns:a16="http://schemas.microsoft.com/office/drawing/2014/main" id="{5F090B08-C23D-3CA3-9608-033C6A17F266}"/>
              </a:ext>
            </a:extLst>
          </p:cNvPr>
          <p:cNvSpPr/>
          <p:nvPr/>
        </p:nvSpPr>
        <p:spPr>
          <a:xfrm>
            <a:off x="9483548" y="3095908"/>
            <a:ext cx="1826989" cy="1345465"/>
          </a:xfrm>
          <a:prstGeom prst="rect">
            <a:avLst/>
          </a:prstGeom>
          <a:ln>
            <a:solidFill>
              <a:schemeClr val="accent3">
                <a:lumMod val="20000"/>
                <a:lumOff val="80000"/>
              </a:schemeClr>
            </a:solidFill>
          </a:ln>
        </p:spPr>
        <p:style>
          <a:lnRef idx="2">
            <a:schemeClr val="accent2"/>
          </a:lnRef>
          <a:fillRef idx="1">
            <a:schemeClr val="lt1"/>
          </a:fillRef>
          <a:effectRef idx="0">
            <a:schemeClr val="accent2"/>
          </a:effectRef>
          <a:fontRef idx="minor">
            <a:schemeClr val="dk1"/>
          </a:fontRef>
        </p:style>
        <p:txBody>
          <a:bodyPr lIns="144000" tIns="144000" rIns="144000" bIns="144000" rtlCol="0" anchor="ctr" anchorCtr="0"/>
          <a:lstStyle/>
          <a:p>
            <a:r>
              <a:rPr lang="en-GB" sz="1200" dirty="0">
                <a:solidFill>
                  <a:schemeClr val="accent3"/>
                </a:solidFill>
                <a:latin typeface="+mj-lt"/>
              </a:rPr>
              <a:t>How the user prompts the agents to provide the outputs</a:t>
            </a:r>
          </a:p>
        </p:txBody>
      </p:sp>
      <p:sp>
        <p:nvSpPr>
          <p:cNvPr id="23" name="Rectangle 22">
            <a:extLst>
              <a:ext uri="{FF2B5EF4-FFF2-40B4-BE49-F238E27FC236}">
                <a16:creationId xmlns:a16="http://schemas.microsoft.com/office/drawing/2014/main" id="{76CFA806-32BD-9CCB-9BEA-E3C888FA38F4}"/>
              </a:ext>
            </a:extLst>
          </p:cNvPr>
          <p:cNvSpPr/>
          <p:nvPr/>
        </p:nvSpPr>
        <p:spPr>
          <a:xfrm>
            <a:off x="733331" y="3089377"/>
            <a:ext cx="1826989" cy="1345465"/>
          </a:xfrm>
          <a:prstGeom prst="rect">
            <a:avLst/>
          </a:prstGeom>
          <a:ln>
            <a:solidFill>
              <a:schemeClr val="accent3">
                <a:lumMod val="20000"/>
                <a:lumOff val="80000"/>
              </a:schemeClr>
            </a:solidFill>
          </a:ln>
        </p:spPr>
        <p:style>
          <a:lnRef idx="2">
            <a:schemeClr val="accent2"/>
          </a:lnRef>
          <a:fillRef idx="1">
            <a:schemeClr val="lt1"/>
          </a:fillRef>
          <a:effectRef idx="0">
            <a:schemeClr val="accent2"/>
          </a:effectRef>
          <a:fontRef idx="minor">
            <a:schemeClr val="dk1"/>
          </a:fontRef>
        </p:style>
        <p:txBody>
          <a:bodyPr lIns="144000" tIns="144000" rIns="144000" bIns="144000" rtlCol="0" anchor="ctr" anchorCtr="0"/>
          <a:lstStyle/>
          <a:p>
            <a:r>
              <a:rPr lang="en-GB" sz="1200" dirty="0">
                <a:solidFill>
                  <a:schemeClr val="accent3"/>
                </a:solidFill>
                <a:latin typeface="+mj-lt"/>
              </a:rPr>
              <a:t>Data, insight and knowledge in multiple locations and in varying levels of quality and relevance.  </a:t>
            </a:r>
          </a:p>
        </p:txBody>
      </p:sp>
      <p:sp>
        <p:nvSpPr>
          <p:cNvPr id="24" name="Rectangle 23">
            <a:extLst>
              <a:ext uri="{FF2B5EF4-FFF2-40B4-BE49-F238E27FC236}">
                <a16:creationId xmlns:a16="http://schemas.microsoft.com/office/drawing/2014/main" id="{48F9C54F-D9AD-A10D-4AAE-3DFF27066AD6}"/>
              </a:ext>
            </a:extLst>
          </p:cNvPr>
          <p:cNvSpPr/>
          <p:nvPr/>
        </p:nvSpPr>
        <p:spPr>
          <a:xfrm>
            <a:off x="2997629" y="4554589"/>
            <a:ext cx="1826989" cy="1077276"/>
          </a:xfrm>
          <a:prstGeom prst="rect">
            <a:avLst/>
          </a:prstGeom>
          <a:solidFill>
            <a:srgbClr val="50A276"/>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dirty="0">
                <a:solidFill>
                  <a:schemeClr val="bg1"/>
                </a:solidFill>
                <a:latin typeface="+mj-lt"/>
              </a:rPr>
              <a:t>This is where the EU AI Act holds board members to account</a:t>
            </a:r>
          </a:p>
        </p:txBody>
      </p:sp>
      <p:sp>
        <p:nvSpPr>
          <p:cNvPr id="27" name="Rectangle 26">
            <a:extLst>
              <a:ext uri="{FF2B5EF4-FFF2-40B4-BE49-F238E27FC236}">
                <a16:creationId xmlns:a16="http://schemas.microsoft.com/office/drawing/2014/main" id="{D8C46B10-A3C5-B51E-43DC-3504D17F4D37}"/>
              </a:ext>
            </a:extLst>
          </p:cNvPr>
          <p:cNvSpPr/>
          <p:nvPr/>
        </p:nvSpPr>
        <p:spPr>
          <a:xfrm>
            <a:off x="9483548" y="4554589"/>
            <a:ext cx="1826989" cy="1077276"/>
          </a:xfrm>
          <a:prstGeom prst="rect">
            <a:avLst/>
          </a:prstGeom>
          <a:solidFill>
            <a:srgbClr val="50A276"/>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dirty="0">
                <a:solidFill>
                  <a:schemeClr val="bg1"/>
                </a:solidFill>
                <a:latin typeface="+mj-lt"/>
              </a:rPr>
              <a:t>This is where the user is responsible for following process</a:t>
            </a:r>
          </a:p>
        </p:txBody>
      </p:sp>
      <p:cxnSp>
        <p:nvCxnSpPr>
          <p:cNvPr id="29" name="Straight Connector 28">
            <a:extLst>
              <a:ext uri="{FF2B5EF4-FFF2-40B4-BE49-F238E27FC236}">
                <a16:creationId xmlns:a16="http://schemas.microsoft.com/office/drawing/2014/main" id="{52632DC3-B0BA-9A08-3238-1C686C4B5634}"/>
              </a:ext>
            </a:extLst>
          </p:cNvPr>
          <p:cNvCxnSpPr>
            <a:cxnSpLocks/>
          </p:cNvCxnSpPr>
          <p:nvPr/>
        </p:nvCxnSpPr>
        <p:spPr>
          <a:xfrm>
            <a:off x="5042252" y="1306283"/>
            <a:ext cx="0" cy="489600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31" name="Arrow: Pentagon 30">
            <a:extLst>
              <a:ext uri="{FF2B5EF4-FFF2-40B4-BE49-F238E27FC236}">
                <a16:creationId xmlns:a16="http://schemas.microsoft.com/office/drawing/2014/main" id="{84A60464-B751-AB1D-859E-D3A13692BE13}"/>
              </a:ext>
            </a:extLst>
          </p:cNvPr>
          <p:cNvSpPr/>
          <p:nvPr/>
        </p:nvSpPr>
        <p:spPr>
          <a:xfrm>
            <a:off x="752924" y="2591352"/>
            <a:ext cx="1957617" cy="329835"/>
          </a:xfrm>
          <a:prstGeom prst="homePlate">
            <a:avLst/>
          </a:prstGeom>
          <a:ln>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lIns="144000" tIns="144000" rIns="144000" bIns="144000" rtlCol="0" anchor="ctr" anchorCtr="0"/>
          <a:lstStyle/>
          <a:p>
            <a:pPr algn="ctr"/>
            <a:r>
              <a:rPr lang="en-GB" sz="1050" dirty="0">
                <a:latin typeface="+mj-lt"/>
              </a:rPr>
              <a:t>Knowledge creation and collation by users</a:t>
            </a:r>
          </a:p>
        </p:txBody>
      </p:sp>
      <p:sp>
        <p:nvSpPr>
          <p:cNvPr id="32" name="Arrow: Chevron 31">
            <a:extLst>
              <a:ext uri="{FF2B5EF4-FFF2-40B4-BE49-F238E27FC236}">
                <a16:creationId xmlns:a16="http://schemas.microsoft.com/office/drawing/2014/main" id="{23A28F66-8A37-012D-330E-0B2E0862CE3A}"/>
              </a:ext>
            </a:extLst>
          </p:cNvPr>
          <p:cNvSpPr/>
          <p:nvPr/>
        </p:nvSpPr>
        <p:spPr>
          <a:xfrm>
            <a:off x="2926078" y="2591352"/>
            <a:ext cx="2037802" cy="329835"/>
          </a:xfrm>
          <a:prstGeom prst="chevron">
            <a:avLst/>
          </a:prstGeom>
          <a:ln>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lIns="144000" tIns="144000" rIns="144000" bIns="144000" rtlCol="0" anchor="ctr" anchorCtr="0"/>
          <a:lstStyle/>
          <a:p>
            <a:pPr algn="ctr"/>
            <a:r>
              <a:rPr lang="en-GB" sz="1050" dirty="0">
                <a:solidFill>
                  <a:schemeClr val="tx1"/>
                </a:solidFill>
                <a:latin typeface="+mj-lt"/>
              </a:rPr>
              <a:t>SME tiering and signalling</a:t>
            </a:r>
          </a:p>
        </p:txBody>
      </p:sp>
      <p:sp>
        <p:nvSpPr>
          <p:cNvPr id="33" name="Arrow: Chevron 32">
            <a:extLst>
              <a:ext uri="{FF2B5EF4-FFF2-40B4-BE49-F238E27FC236}">
                <a16:creationId xmlns:a16="http://schemas.microsoft.com/office/drawing/2014/main" id="{A0AE6CBE-4F51-418E-7E2A-BAE52B326AC3}"/>
              </a:ext>
            </a:extLst>
          </p:cNvPr>
          <p:cNvSpPr/>
          <p:nvPr/>
        </p:nvSpPr>
        <p:spPr>
          <a:xfrm>
            <a:off x="5174993" y="2591352"/>
            <a:ext cx="1981278" cy="329835"/>
          </a:xfrm>
          <a:prstGeom prst="chevron">
            <a:avLst/>
          </a:prstGeom>
          <a:ln>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lIns="144000" tIns="144000" rIns="144000" bIns="144000" rtlCol="0" anchor="ctr" anchorCtr="0"/>
          <a:lstStyle/>
          <a:p>
            <a:pPr algn="ctr"/>
            <a:r>
              <a:rPr lang="en-GB" sz="1050" dirty="0">
                <a:solidFill>
                  <a:schemeClr val="tx1"/>
                </a:solidFill>
                <a:latin typeface="+mj-lt"/>
              </a:rPr>
              <a:t>Ingestion and analysis</a:t>
            </a:r>
          </a:p>
        </p:txBody>
      </p:sp>
      <p:sp>
        <p:nvSpPr>
          <p:cNvPr id="34" name="Arrow: Chevron 33">
            <a:extLst>
              <a:ext uri="{FF2B5EF4-FFF2-40B4-BE49-F238E27FC236}">
                <a16:creationId xmlns:a16="http://schemas.microsoft.com/office/drawing/2014/main" id="{EF37297E-48E3-F0A4-DC73-F0A00BABD290}"/>
              </a:ext>
            </a:extLst>
          </p:cNvPr>
          <p:cNvSpPr/>
          <p:nvPr/>
        </p:nvSpPr>
        <p:spPr>
          <a:xfrm>
            <a:off x="7258438" y="2591351"/>
            <a:ext cx="1957394" cy="329835"/>
          </a:xfrm>
          <a:prstGeom prst="chevron">
            <a:avLst/>
          </a:prstGeom>
          <a:ln>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lIns="144000" tIns="144000" rIns="144000" bIns="144000" rtlCol="0" anchor="ctr" anchorCtr="0"/>
          <a:lstStyle/>
          <a:p>
            <a:pPr algn="ctr"/>
            <a:r>
              <a:rPr lang="en-GB" sz="1050" dirty="0">
                <a:solidFill>
                  <a:schemeClr val="tx1"/>
                </a:solidFill>
                <a:latin typeface="+mj-lt"/>
              </a:rPr>
              <a:t>Application of logic to signals received </a:t>
            </a:r>
          </a:p>
        </p:txBody>
      </p:sp>
      <p:sp>
        <p:nvSpPr>
          <p:cNvPr id="35" name="Arrow: Chevron 34">
            <a:extLst>
              <a:ext uri="{FF2B5EF4-FFF2-40B4-BE49-F238E27FC236}">
                <a16:creationId xmlns:a16="http://schemas.microsoft.com/office/drawing/2014/main" id="{784864AD-A39F-B94D-5BB1-A527E29D4188}"/>
              </a:ext>
            </a:extLst>
          </p:cNvPr>
          <p:cNvSpPr/>
          <p:nvPr/>
        </p:nvSpPr>
        <p:spPr>
          <a:xfrm>
            <a:off x="9378902" y="2591351"/>
            <a:ext cx="1990134" cy="329835"/>
          </a:xfrm>
          <a:prstGeom prst="chevron">
            <a:avLst/>
          </a:prstGeom>
          <a:ln>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lIns="144000" tIns="144000" rIns="144000" bIns="144000" rtlCol="0" anchor="ctr" anchorCtr="0"/>
          <a:lstStyle/>
          <a:p>
            <a:pPr algn="ctr"/>
            <a:r>
              <a:rPr lang="en-GB" sz="1050" dirty="0">
                <a:solidFill>
                  <a:schemeClr val="tx1"/>
                </a:solidFill>
                <a:latin typeface="+mj-lt"/>
              </a:rPr>
              <a:t>User education to use AI appropriately</a:t>
            </a:r>
          </a:p>
        </p:txBody>
      </p:sp>
      <p:cxnSp>
        <p:nvCxnSpPr>
          <p:cNvPr id="36" name="Straight Connector 35">
            <a:extLst>
              <a:ext uri="{FF2B5EF4-FFF2-40B4-BE49-F238E27FC236}">
                <a16:creationId xmlns:a16="http://schemas.microsoft.com/office/drawing/2014/main" id="{58887174-E931-EFE7-1C6C-54C8943B921C}"/>
              </a:ext>
            </a:extLst>
          </p:cNvPr>
          <p:cNvCxnSpPr>
            <a:cxnSpLocks/>
          </p:cNvCxnSpPr>
          <p:nvPr/>
        </p:nvCxnSpPr>
        <p:spPr>
          <a:xfrm>
            <a:off x="9272743" y="1306283"/>
            <a:ext cx="0" cy="489600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4565CF1-F4AF-756A-89D8-3206BBC6EA77}"/>
              </a:ext>
            </a:extLst>
          </p:cNvPr>
          <p:cNvSpPr/>
          <p:nvPr/>
        </p:nvSpPr>
        <p:spPr>
          <a:xfrm>
            <a:off x="5261928" y="4554589"/>
            <a:ext cx="3823500" cy="1077276"/>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dirty="0">
                <a:solidFill>
                  <a:schemeClr val="accent1"/>
                </a:solidFill>
                <a:latin typeface="+mj-lt"/>
              </a:rPr>
              <a:t>This is the ‘black box’ that the digital team develops and manages</a:t>
            </a:r>
          </a:p>
        </p:txBody>
      </p:sp>
      <p:sp>
        <p:nvSpPr>
          <p:cNvPr id="38" name="Rectangle 37">
            <a:extLst>
              <a:ext uri="{FF2B5EF4-FFF2-40B4-BE49-F238E27FC236}">
                <a16:creationId xmlns:a16="http://schemas.microsoft.com/office/drawing/2014/main" id="{B15B6B06-6948-FA9F-E694-64F0D8AF1C71}"/>
              </a:ext>
            </a:extLst>
          </p:cNvPr>
          <p:cNvSpPr/>
          <p:nvPr/>
        </p:nvSpPr>
        <p:spPr>
          <a:xfrm>
            <a:off x="733331" y="4554589"/>
            <a:ext cx="1826989" cy="1077276"/>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r>
              <a:rPr lang="en-GB" sz="1400" dirty="0">
                <a:solidFill>
                  <a:schemeClr val="accent1"/>
                </a:solidFill>
                <a:latin typeface="+mj-lt"/>
              </a:rPr>
              <a:t>This is where we can be informed by the whole business</a:t>
            </a:r>
          </a:p>
        </p:txBody>
      </p:sp>
      <p:cxnSp>
        <p:nvCxnSpPr>
          <p:cNvPr id="39" name="Straight Connector 38">
            <a:extLst>
              <a:ext uri="{FF2B5EF4-FFF2-40B4-BE49-F238E27FC236}">
                <a16:creationId xmlns:a16="http://schemas.microsoft.com/office/drawing/2014/main" id="{F3A84EC1-F0DC-4226-B5B4-7E1620092BD2}"/>
              </a:ext>
            </a:extLst>
          </p:cNvPr>
          <p:cNvCxnSpPr>
            <a:cxnSpLocks/>
          </p:cNvCxnSpPr>
          <p:nvPr/>
        </p:nvCxnSpPr>
        <p:spPr>
          <a:xfrm>
            <a:off x="2775857" y="1306283"/>
            <a:ext cx="0" cy="489600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811A5672-AAF5-26D6-ADA3-7A522E992872}"/>
              </a:ext>
            </a:extLst>
          </p:cNvPr>
          <p:cNvSpPr/>
          <p:nvPr/>
        </p:nvSpPr>
        <p:spPr>
          <a:xfrm>
            <a:off x="2995588" y="5723259"/>
            <a:ext cx="1826989" cy="796192"/>
          </a:xfrm>
          <a:prstGeom prst="rect">
            <a:avLst/>
          </a:prstGeom>
          <a:ln>
            <a:noFill/>
          </a:ln>
        </p:spPr>
        <p:style>
          <a:lnRef idx="2">
            <a:schemeClr val="accent2"/>
          </a:lnRef>
          <a:fillRef idx="1">
            <a:schemeClr val="lt1"/>
          </a:fillRef>
          <a:effectRef idx="0">
            <a:schemeClr val="accent2"/>
          </a:effectRef>
          <a:fontRef idx="minor">
            <a:schemeClr val="dk1"/>
          </a:fontRef>
        </p:style>
        <p:txBody>
          <a:bodyPr lIns="144000" tIns="144000" rIns="144000" bIns="144000" rtlCol="0" anchor="ctr" anchorCtr="0"/>
          <a:lstStyle/>
          <a:p>
            <a:r>
              <a:rPr lang="en-GB" sz="1000" dirty="0">
                <a:solidFill>
                  <a:schemeClr val="accent5"/>
                </a:solidFill>
                <a:latin typeface="+mj-lt"/>
              </a:rPr>
              <a:t>If we don’t give direct operational responsibility here, then we are unable to evidence the required measures are applied.</a:t>
            </a:r>
          </a:p>
        </p:txBody>
      </p:sp>
    </p:spTree>
    <p:extLst>
      <p:ext uri="{BB962C8B-B14F-4D97-AF65-F5344CB8AC3E}">
        <p14:creationId xmlns:p14="http://schemas.microsoft.com/office/powerpoint/2010/main" val="150160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1EF6C-6676-C0F5-79F6-C5AB49183AC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DEDF520-DEC4-9A11-6426-4497E7D8E7A6}"/>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E12AC08F-72E0-141A-FBFD-6D87417B2F79}"/>
              </a:ext>
            </a:extLst>
          </p:cNvPr>
          <p:cNvSpPr>
            <a:spLocks noGrp="1"/>
          </p:cNvSpPr>
          <p:nvPr>
            <p:ph type="title"/>
          </p:nvPr>
        </p:nvSpPr>
        <p:spPr/>
        <p:txBody>
          <a:bodyPr/>
          <a:lstStyle/>
          <a:p>
            <a:r>
              <a:rPr lang="en-GB" dirty="0">
                <a:solidFill>
                  <a:srgbClr val="3B91DE"/>
                </a:solidFill>
              </a:rPr>
              <a:t>Reducing AI risk</a:t>
            </a:r>
          </a:p>
        </p:txBody>
      </p:sp>
      <p:sp>
        <p:nvSpPr>
          <p:cNvPr id="3" name="Slide Number Placeholder 2">
            <a:extLst>
              <a:ext uri="{FF2B5EF4-FFF2-40B4-BE49-F238E27FC236}">
                <a16:creationId xmlns:a16="http://schemas.microsoft.com/office/drawing/2014/main" id="{13811590-443D-201B-7CC0-027FE690E6F0}"/>
              </a:ext>
            </a:extLst>
          </p:cNvPr>
          <p:cNvSpPr>
            <a:spLocks noGrp="1"/>
          </p:cNvSpPr>
          <p:nvPr>
            <p:ph type="sldNum" sz="quarter" idx="11"/>
          </p:nvPr>
        </p:nvSpPr>
        <p:spPr/>
        <p:txBody>
          <a:bodyPr/>
          <a:lstStyle/>
          <a:p>
            <a:fld id="{75A6CFFB-7194-4088-A46E-B1739916A60C}" type="slidenum">
              <a:rPr lang="en-GB" smtClean="0"/>
              <a:pPr/>
              <a:t>4</a:t>
            </a:fld>
            <a:endParaRPr lang="en-GB" dirty="0"/>
          </a:p>
        </p:txBody>
      </p:sp>
      <p:sp>
        <p:nvSpPr>
          <p:cNvPr id="4" name="Content Placeholder 3">
            <a:extLst>
              <a:ext uri="{FF2B5EF4-FFF2-40B4-BE49-F238E27FC236}">
                <a16:creationId xmlns:a16="http://schemas.microsoft.com/office/drawing/2014/main" id="{10EDA18B-C461-BDF9-E8A6-441BF7EF3F68}"/>
              </a:ext>
            </a:extLst>
          </p:cNvPr>
          <p:cNvSpPr>
            <a:spLocks noGrp="1"/>
          </p:cNvSpPr>
          <p:nvPr>
            <p:ph sz="quarter" idx="12"/>
          </p:nvPr>
        </p:nvSpPr>
        <p:spPr/>
        <p:txBody>
          <a:bodyPr/>
          <a:lstStyle/>
          <a:p>
            <a:r>
              <a:rPr lang="en-US" dirty="0"/>
              <a:t>In an AI enabled world Knowledge Management means governing what knowledge we need, what AI is allowed to reason over and how knowledge is to be applied.</a:t>
            </a:r>
          </a:p>
          <a:p>
            <a:r>
              <a:rPr lang="en-US" sz="1200" dirty="0">
                <a:solidFill>
                  <a:schemeClr val="bg2"/>
                </a:solidFill>
                <a:latin typeface="+mn-lt"/>
              </a:rPr>
              <a:t>AI amplifies knowledge risk, not technology risk. Poorly governed knowledge can result in client harm, IP loss, reputational damage and legal exposure.</a:t>
            </a:r>
          </a:p>
          <a:p>
            <a:r>
              <a:rPr lang="en-US" sz="1200" dirty="0">
                <a:solidFill>
                  <a:schemeClr val="bg2"/>
                </a:solidFill>
                <a:latin typeface="+mn-lt"/>
              </a:rPr>
              <a:t>We need to be an organisation that speaks intentionally, safely and consistently through AI . </a:t>
            </a:r>
          </a:p>
          <a:p>
            <a:r>
              <a:rPr lang="en-US" sz="1200" dirty="0">
                <a:solidFill>
                  <a:schemeClr val="bg2"/>
                </a:solidFill>
                <a:latin typeface="+mn-lt"/>
              </a:rPr>
              <a:t>The EU AI Act introduces binding obligations for organisations that develop or deploy AI affecting EU individuals or markets, regardless of where the organisation is headquartered.</a:t>
            </a:r>
          </a:p>
          <a:p>
            <a:r>
              <a:rPr lang="en-US" sz="1200" dirty="0">
                <a:solidFill>
                  <a:schemeClr val="bg2"/>
                </a:solidFill>
                <a:latin typeface="+mn-lt"/>
              </a:rPr>
              <a:t>Boards are not expected to design AI systems — but they are expected to ensure credible governance, risk control and accountability structures exist.</a:t>
            </a:r>
          </a:p>
          <a:p>
            <a:endParaRPr lang="en-US" sz="1200" dirty="0">
              <a:solidFill>
                <a:schemeClr val="bg2"/>
              </a:solidFill>
              <a:latin typeface="+mn-lt"/>
            </a:endParaRPr>
          </a:p>
          <a:p>
            <a:endParaRPr lang="en-US" sz="1200" dirty="0">
              <a:solidFill>
                <a:schemeClr val="bg2"/>
              </a:solidFill>
              <a:latin typeface="+mn-lt"/>
            </a:endParaRPr>
          </a:p>
          <a:p>
            <a:endParaRPr lang="en-US" sz="1200" dirty="0">
              <a:solidFill>
                <a:schemeClr val="bg2"/>
              </a:solidFill>
              <a:latin typeface="+mn-lt"/>
            </a:endParaRPr>
          </a:p>
        </p:txBody>
      </p:sp>
      <p:sp>
        <p:nvSpPr>
          <p:cNvPr id="6" name="Footer Placeholder 5">
            <a:extLst>
              <a:ext uri="{FF2B5EF4-FFF2-40B4-BE49-F238E27FC236}">
                <a16:creationId xmlns:a16="http://schemas.microsoft.com/office/drawing/2014/main" id="{C11E6259-F56E-C712-E8CB-63B1389423C9}"/>
              </a:ext>
            </a:extLst>
          </p:cNvPr>
          <p:cNvSpPr>
            <a:spLocks noGrp="1"/>
          </p:cNvSpPr>
          <p:nvPr>
            <p:ph type="ftr" sz="quarter" idx="18"/>
          </p:nvPr>
        </p:nvSpPr>
        <p:spPr/>
        <p:txBody>
          <a:bodyPr/>
          <a:lstStyle/>
          <a:p>
            <a:r>
              <a:rPr lang="en-GB"/>
              <a:t>Confidential</a:t>
            </a:r>
            <a:endParaRPr lang="en-GB" dirty="0"/>
          </a:p>
        </p:txBody>
      </p:sp>
      <p:graphicFrame>
        <p:nvGraphicFramePr>
          <p:cNvPr id="5" name="Content Placeholder 15">
            <a:extLst>
              <a:ext uri="{FF2B5EF4-FFF2-40B4-BE49-F238E27FC236}">
                <a16:creationId xmlns:a16="http://schemas.microsoft.com/office/drawing/2014/main" id="{6EDD0BFB-1AA6-A9C8-7E0A-84DDD1FF7A23}"/>
              </a:ext>
            </a:extLst>
          </p:cNvPr>
          <p:cNvGraphicFramePr>
            <a:graphicFrameLocks/>
          </p:cNvGraphicFramePr>
          <p:nvPr/>
        </p:nvGraphicFramePr>
        <p:xfrm>
          <a:off x="4409764" y="407443"/>
          <a:ext cx="7411066" cy="6238240"/>
        </p:xfrm>
        <a:graphic>
          <a:graphicData uri="http://schemas.openxmlformats.org/drawingml/2006/table">
            <a:tbl>
              <a:tblPr firstRow="1">
                <a:tableStyleId>{0E3FDE45-AF77-4B5C-9715-49D594BDF05E}</a:tableStyleId>
              </a:tblPr>
              <a:tblGrid>
                <a:gridCol w="437484">
                  <a:extLst>
                    <a:ext uri="{9D8B030D-6E8A-4147-A177-3AD203B41FA5}">
                      <a16:colId xmlns:a16="http://schemas.microsoft.com/office/drawing/2014/main" val="1884354144"/>
                    </a:ext>
                  </a:extLst>
                </a:gridCol>
                <a:gridCol w="1258718">
                  <a:extLst>
                    <a:ext uri="{9D8B030D-6E8A-4147-A177-3AD203B41FA5}">
                      <a16:colId xmlns:a16="http://schemas.microsoft.com/office/drawing/2014/main" val="3496339792"/>
                    </a:ext>
                  </a:extLst>
                </a:gridCol>
                <a:gridCol w="2857432">
                  <a:extLst>
                    <a:ext uri="{9D8B030D-6E8A-4147-A177-3AD203B41FA5}">
                      <a16:colId xmlns:a16="http://schemas.microsoft.com/office/drawing/2014/main" val="2098827008"/>
                    </a:ext>
                  </a:extLst>
                </a:gridCol>
                <a:gridCol w="2857432">
                  <a:extLst>
                    <a:ext uri="{9D8B030D-6E8A-4147-A177-3AD203B41FA5}">
                      <a16:colId xmlns:a16="http://schemas.microsoft.com/office/drawing/2014/main" val="540295224"/>
                    </a:ext>
                  </a:extLst>
                </a:gridCol>
              </a:tblGrid>
              <a:tr h="370840">
                <a:tc>
                  <a:txBody>
                    <a:bodyPr/>
                    <a:lstStyle/>
                    <a:p>
                      <a:pPr algn="ctr"/>
                      <a:endParaRPr lang="en-GB" sz="1200" dirty="0">
                        <a:solidFill>
                          <a:schemeClr val="bg2"/>
                        </a:solidFill>
                        <a:latin typeface="+mj-lt"/>
                      </a:endParaRPr>
                    </a:p>
                  </a:txBody>
                  <a:tcPr anchor="ctr"/>
                </a:tc>
                <a:tc>
                  <a:txBody>
                    <a:bodyPr/>
                    <a:lstStyle/>
                    <a:p>
                      <a:pPr fontAlgn="t">
                        <a:lnSpc>
                          <a:spcPts val="1500"/>
                        </a:lnSpc>
                        <a:buNone/>
                      </a:pPr>
                      <a:r>
                        <a:rPr lang="en-US" sz="1000" b="0" i="1" dirty="0">
                          <a:solidFill>
                            <a:schemeClr val="bg2"/>
                          </a:solidFill>
                          <a:effectLst/>
                          <a:latin typeface="+mj-lt"/>
                        </a:rPr>
                        <a:t>Risk</a:t>
                      </a:r>
                    </a:p>
                  </a:txBody>
                  <a:tcPr anchor="ctr"/>
                </a:tc>
                <a:tc>
                  <a:txBody>
                    <a:bodyPr/>
                    <a:lstStyle/>
                    <a:p>
                      <a:pPr fontAlgn="t">
                        <a:lnSpc>
                          <a:spcPts val="1500"/>
                        </a:lnSpc>
                        <a:buNone/>
                      </a:pPr>
                      <a:r>
                        <a:rPr lang="en-US" sz="1000" b="0" i="1" dirty="0">
                          <a:solidFill>
                            <a:schemeClr val="bg2"/>
                          </a:solidFill>
                          <a:effectLst/>
                          <a:latin typeface="+mj-lt"/>
                        </a:rPr>
                        <a:t>What this looks like</a:t>
                      </a:r>
                    </a:p>
                  </a:txBody>
                  <a:tcPr anchor="ctr"/>
                </a:tc>
                <a:tc>
                  <a:txBody>
                    <a:bodyPr/>
                    <a:lstStyle/>
                    <a:p>
                      <a:pPr fontAlgn="t">
                        <a:lnSpc>
                          <a:spcPts val="1500"/>
                        </a:lnSpc>
                        <a:buNone/>
                      </a:pPr>
                      <a:r>
                        <a:rPr lang="en-US" sz="1000" b="0" i="1" dirty="0">
                          <a:solidFill>
                            <a:schemeClr val="bg2"/>
                          </a:solidFill>
                          <a:effectLst/>
                          <a:latin typeface="+mj-lt"/>
                        </a:rPr>
                        <a:t>How Knowledge Management helps</a:t>
                      </a:r>
                    </a:p>
                  </a:txBody>
                  <a:tcPr anchor="ctr"/>
                </a:tc>
                <a:extLst>
                  <a:ext uri="{0D108BD9-81ED-4DB2-BD59-A6C34878D82A}">
                    <a16:rowId xmlns:a16="http://schemas.microsoft.com/office/drawing/2014/main" val="3580173883"/>
                  </a:ext>
                </a:extLst>
              </a:tr>
              <a:tr h="370840">
                <a:tc>
                  <a:txBody>
                    <a:bodyPr/>
                    <a:lstStyle/>
                    <a:p>
                      <a:pPr algn="ctr"/>
                      <a:r>
                        <a:rPr lang="en-GB" sz="1200" dirty="0">
                          <a:solidFill>
                            <a:schemeClr val="bg2"/>
                          </a:solidFill>
                          <a:latin typeface="+mj-lt"/>
                        </a:rPr>
                        <a:t>1</a:t>
                      </a:r>
                    </a:p>
                  </a:txBody>
                  <a:tcPr anchor="ctr"/>
                </a:tc>
                <a:tc>
                  <a:txBody>
                    <a:bodyPr/>
                    <a:lstStyle/>
                    <a:p>
                      <a:pPr fontAlgn="t">
                        <a:lnSpc>
                          <a:spcPts val="1500"/>
                        </a:lnSpc>
                        <a:buNone/>
                      </a:pPr>
                      <a:r>
                        <a:rPr lang="en-US" sz="1100" b="0" i="0" dirty="0">
                          <a:solidFill>
                            <a:schemeClr val="bg2"/>
                          </a:solidFill>
                          <a:effectLst/>
                          <a:latin typeface="+mj-lt"/>
                        </a:rPr>
                        <a:t>AI laundering</a:t>
                      </a:r>
                    </a:p>
                  </a:txBody>
                  <a:tcPr anchor="ctr"/>
                </a:tc>
                <a:tc>
                  <a:txBody>
                    <a:bodyPr/>
                    <a:lstStyle/>
                    <a:p>
                      <a:pPr fontAlgn="t">
                        <a:lnSpc>
                          <a:spcPts val="1500"/>
                        </a:lnSpc>
                        <a:buNone/>
                      </a:pPr>
                      <a:r>
                        <a:rPr lang="en-US" sz="900" b="0" i="0" dirty="0">
                          <a:solidFill>
                            <a:schemeClr val="bg2"/>
                          </a:solidFill>
                          <a:effectLst/>
                          <a:latin typeface="+mn-lt"/>
                        </a:rPr>
                        <a:t>AI-generated or AI-assisted outputs presented as original work without traceability</a:t>
                      </a:r>
                    </a:p>
                  </a:txBody>
                  <a:tcPr anchor="ctr"/>
                </a:tc>
                <a:tc>
                  <a:txBody>
                    <a:bodyPr/>
                    <a:lstStyle/>
                    <a:p>
                      <a:pPr fontAlgn="t">
                        <a:lnSpc>
                          <a:spcPts val="1500"/>
                        </a:lnSpc>
                        <a:buNone/>
                      </a:pPr>
                      <a:r>
                        <a:rPr lang="en-US" sz="900" b="0" i="0" dirty="0">
                          <a:solidFill>
                            <a:schemeClr val="bg2"/>
                          </a:solidFill>
                          <a:effectLst/>
                          <a:latin typeface="+mn-lt"/>
                        </a:rPr>
                        <a:t>KM ensures </a:t>
                      </a:r>
                      <a:r>
                        <a:rPr lang="en-US" sz="900" b="1" i="0" dirty="0">
                          <a:solidFill>
                            <a:schemeClr val="bg2"/>
                          </a:solidFill>
                          <a:effectLst/>
                          <a:latin typeface="+mn-lt"/>
                        </a:rPr>
                        <a:t>provenance, attribution, and auditability</a:t>
                      </a:r>
                      <a:r>
                        <a:rPr lang="en-US" sz="900" b="0" i="0" dirty="0">
                          <a:solidFill>
                            <a:schemeClr val="bg2"/>
                          </a:solidFill>
                          <a:effectLst/>
                          <a:latin typeface="+mn-lt"/>
                        </a:rPr>
                        <a:t> of knowledge and outputs.</a:t>
                      </a:r>
                    </a:p>
                  </a:txBody>
                  <a:tcPr anchor="ctr"/>
                </a:tc>
                <a:extLst>
                  <a:ext uri="{0D108BD9-81ED-4DB2-BD59-A6C34878D82A}">
                    <a16:rowId xmlns:a16="http://schemas.microsoft.com/office/drawing/2014/main" val="3132564346"/>
                  </a:ext>
                </a:extLst>
              </a:tr>
              <a:tr h="370840">
                <a:tc>
                  <a:txBody>
                    <a:bodyPr/>
                    <a:lstStyle/>
                    <a:p>
                      <a:pPr algn="ctr"/>
                      <a:r>
                        <a:rPr lang="en-GB" sz="1200" dirty="0">
                          <a:solidFill>
                            <a:schemeClr val="bg2"/>
                          </a:solidFill>
                          <a:latin typeface="+mj-lt"/>
                        </a:rPr>
                        <a:t>2</a:t>
                      </a:r>
                    </a:p>
                  </a:txBody>
                  <a:tcPr anchor="ctr"/>
                </a:tc>
                <a:tc>
                  <a:txBody>
                    <a:bodyPr/>
                    <a:lstStyle/>
                    <a:p>
                      <a:pPr fontAlgn="t">
                        <a:lnSpc>
                          <a:spcPts val="1500"/>
                        </a:lnSpc>
                        <a:buNone/>
                      </a:pPr>
                      <a:r>
                        <a:rPr lang="en-US" sz="1100" b="0" i="0" dirty="0">
                          <a:solidFill>
                            <a:schemeClr val="bg2"/>
                          </a:solidFill>
                          <a:effectLst/>
                          <a:latin typeface="+mj-lt"/>
                        </a:rPr>
                        <a:t>Knowledge drift</a:t>
                      </a:r>
                    </a:p>
                  </a:txBody>
                  <a:tcPr anchor="ctr"/>
                </a:tc>
                <a:tc>
                  <a:txBody>
                    <a:bodyPr/>
                    <a:lstStyle/>
                    <a:p>
                      <a:pPr fontAlgn="t">
                        <a:lnSpc>
                          <a:spcPts val="1500"/>
                        </a:lnSpc>
                        <a:buNone/>
                      </a:pPr>
                      <a:r>
                        <a:rPr lang="en-US" sz="900" b="0" i="0" dirty="0">
                          <a:solidFill>
                            <a:schemeClr val="bg2"/>
                          </a:solidFill>
                          <a:effectLst/>
                          <a:latin typeface="+mn-lt"/>
                        </a:rPr>
                        <a:t>Incorrect or speculative AI outputs get captured and re-used as ‘truth’.</a:t>
                      </a:r>
                    </a:p>
                  </a:txBody>
                  <a:tcPr anchor="ctr"/>
                </a:tc>
                <a:tc>
                  <a:txBody>
                    <a:bodyPr/>
                    <a:lstStyle/>
                    <a:p>
                      <a:pPr fontAlgn="t">
                        <a:lnSpc>
                          <a:spcPts val="1500"/>
                        </a:lnSpc>
                        <a:buNone/>
                      </a:pPr>
                      <a:r>
                        <a:rPr lang="en-US" sz="900" b="0" i="0" dirty="0">
                          <a:solidFill>
                            <a:schemeClr val="bg2"/>
                          </a:solidFill>
                          <a:effectLst/>
                          <a:latin typeface="+mn-lt"/>
                        </a:rPr>
                        <a:t>KM embeds </a:t>
                      </a:r>
                      <a:r>
                        <a:rPr lang="en-US" sz="900" b="1" i="0" dirty="0">
                          <a:solidFill>
                            <a:schemeClr val="bg2"/>
                          </a:solidFill>
                          <a:effectLst/>
                          <a:latin typeface="+mn-lt"/>
                        </a:rPr>
                        <a:t>validation workflows, curation, and expert stewardship</a:t>
                      </a:r>
                      <a:r>
                        <a:rPr lang="en-US" sz="900" b="0" i="0" dirty="0">
                          <a:solidFill>
                            <a:schemeClr val="bg2"/>
                          </a:solidFill>
                          <a:effectLst/>
                          <a:latin typeface="+mn-lt"/>
                        </a:rPr>
                        <a:t>.</a:t>
                      </a:r>
                    </a:p>
                  </a:txBody>
                  <a:tcPr anchor="ctr"/>
                </a:tc>
                <a:extLst>
                  <a:ext uri="{0D108BD9-81ED-4DB2-BD59-A6C34878D82A}">
                    <a16:rowId xmlns:a16="http://schemas.microsoft.com/office/drawing/2014/main" val="3717929043"/>
                  </a:ext>
                </a:extLst>
              </a:tr>
              <a:tr h="370840">
                <a:tc>
                  <a:txBody>
                    <a:bodyPr/>
                    <a:lstStyle/>
                    <a:p>
                      <a:pPr algn="ctr"/>
                      <a:r>
                        <a:rPr lang="en-GB" sz="1200" dirty="0">
                          <a:solidFill>
                            <a:schemeClr val="bg2"/>
                          </a:solidFill>
                          <a:latin typeface="+mj-lt"/>
                        </a:rPr>
                        <a:t>3</a:t>
                      </a:r>
                    </a:p>
                  </a:txBody>
                  <a:tcPr anchor="ctr"/>
                </a:tc>
                <a:tc>
                  <a:txBody>
                    <a:bodyPr/>
                    <a:lstStyle/>
                    <a:p>
                      <a:pPr fontAlgn="t">
                        <a:lnSpc>
                          <a:spcPts val="1500"/>
                        </a:lnSpc>
                        <a:buNone/>
                      </a:pPr>
                      <a:r>
                        <a:rPr lang="en-US" sz="1100" b="0" i="0" dirty="0">
                          <a:solidFill>
                            <a:schemeClr val="bg2"/>
                          </a:solidFill>
                          <a:effectLst/>
                          <a:latin typeface="+mj-lt"/>
                        </a:rPr>
                        <a:t>IP leakage</a:t>
                      </a:r>
                    </a:p>
                  </a:txBody>
                  <a:tcPr anchor="ctr"/>
                </a:tc>
                <a:tc>
                  <a:txBody>
                    <a:bodyPr/>
                    <a:lstStyle/>
                    <a:p>
                      <a:pPr fontAlgn="t">
                        <a:lnSpc>
                          <a:spcPts val="1500"/>
                        </a:lnSpc>
                        <a:buNone/>
                      </a:pPr>
                      <a:r>
                        <a:rPr lang="en-US" sz="900" b="0" i="0" dirty="0">
                          <a:solidFill>
                            <a:schemeClr val="bg2"/>
                          </a:solidFill>
                          <a:effectLst/>
                          <a:latin typeface="+mn-lt"/>
                        </a:rPr>
                        <a:t>Sensitive data exposure or unintended use of copyrighted or non-Turner &amp; Townsend owned material.</a:t>
                      </a:r>
                    </a:p>
                  </a:txBody>
                  <a:tcPr anchor="ctr"/>
                </a:tc>
                <a:tc>
                  <a:txBody>
                    <a:bodyPr/>
                    <a:lstStyle/>
                    <a:p>
                      <a:pPr fontAlgn="t">
                        <a:lnSpc>
                          <a:spcPts val="1500"/>
                        </a:lnSpc>
                        <a:buNone/>
                      </a:pPr>
                      <a:r>
                        <a:rPr lang="en-GB" sz="900" b="0" i="0" dirty="0">
                          <a:solidFill>
                            <a:schemeClr val="bg2"/>
                          </a:solidFill>
                          <a:effectLst/>
                          <a:latin typeface="+mn-lt"/>
                        </a:rPr>
                        <a:t>KM enforces </a:t>
                      </a:r>
                      <a:r>
                        <a:rPr lang="en-GB" sz="900" b="1" i="0" dirty="0">
                          <a:solidFill>
                            <a:schemeClr val="bg2"/>
                          </a:solidFill>
                          <a:effectLst/>
                          <a:latin typeface="+mn-lt"/>
                        </a:rPr>
                        <a:t>classification, access controls, and safe AI usage policies</a:t>
                      </a:r>
                      <a:r>
                        <a:rPr lang="en-GB" sz="900" b="0" i="0" dirty="0">
                          <a:solidFill>
                            <a:schemeClr val="bg2"/>
                          </a:solidFill>
                          <a:effectLst/>
                          <a:latin typeface="+mn-lt"/>
                        </a:rPr>
                        <a:t>.</a:t>
                      </a:r>
                    </a:p>
                  </a:txBody>
                  <a:tcPr anchor="ctr"/>
                </a:tc>
                <a:extLst>
                  <a:ext uri="{0D108BD9-81ED-4DB2-BD59-A6C34878D82A}">
                    <a16:rowId xmlns:a16="http://schemas.microsoft.com/office/drawing/2014/main" val="1375336533"/>
                  </a:ext>
                </a:extLst>
              </a:tr>
              <a:tr h="370840">
                <a:tc>
                  <a:txBody>
                    <a:bodyPr/>
                    <a:lstStyle/>
                    <a:p>
                      <a:pPr algn="ctr"/>
                      <a:r>
                        <a:rPr lang="en-GB" sz="1200" dirty="0">
                          <a:solidFill>
                            <a:schemeClr val="bg2"/>
                          </a:solidFill>
                          <a:latin typeface="+mj-lt"/>
                        </a:rPr>
                        <a:t>4</a:t>
                      </a:r>
                    </a:p>
                  </a:txBody>
                  <a:tcPr anchor="ctr"/>
                </a:tc>
                <a:tc>
                  <a:txBody>
                    <a:bodyPr/>
                    <a:lstStyle/>
                    <a:p>
                      <a:pPr fontAlgn="t">
                        <a:lnSpc>
                          <a:spcPts val="1500"/>
                        </a:lnSpc>
                        <a:buNone/>
                      </a:pPr>
                      <a:r>
                        <a:rPr lang="en-US" sz="1100" b="0" i="0" dirty="0">
                          <a:solidFill>
                            <a:schemeClr val="bg2"/>
                          </a:solidFill>
                          <a:effectLst/>
                          <a:latin typeface="+mj-lt"/>
                        </a:rPr>
                        <a:t>Version chaos</a:t>
                      </a:r>
                    </a:p>
                  </a:txBody>
                  <a:tcPr anchor="ctr"/>
                </a:tc>
                <a:tc>
                  <a:txBody>
                    <a:bodyPr/>
                    <a:lstStyle/>
                    <a:p>
                      <a:pPr fontAlgn="t">
                        <a:lnSpc>
                          <a:spcPts val="1500"/>
                        </a:lnSpc>
                        <a:buNone/>
                      </a:pPr>
                      <a:r>
                        <a:rPr lang="en-US" sz="900" b="0" i="0" dirty="0">
                          <a:solidFill>
                            <a:schemeClr val="bg2"/>
                          </a:solidFill>
                          <a:effectLst/>
                          <a:latin typeface="+mn-lt"/>
                        </a:rPr>
                        <a:t>Multiple conflicting AI-generated variants eroding a single source of truth</a:t>
                      </a:r>
                    </a:p>
                  </a:txBody>
                  <a:tcPr anchor="ctr"/>
                </a:tc>
                <a:tc>
                  <a:txBody>
                    <a:bodyPr/>
                    <a:lstStyle/>
                    <a:p>
                      <a:pPr fontAlgn="t">
                        <a:lnSpc>
                          <a:spcPts val="1500"/>
                        </a:lnSpc>
                        <a:buNone/>
                      </a:pPr>
                      <a:r>
                        <a:rPr lang="en-US" sz="900" b="0" i="0" dirty="0">
                          <a:solidFill>
                            <a:schemeClr val="bg2"/>
                          </a:solidFill>
                          <a:effectLst/>
                          <a:latin typeface="+mn-lt"/>
                        </a:rPr>
                        <a:t>KM maintains </a:t>
                      </a:r>
                      <a:r>
                        <a:rPr lang="en-US" sz="900" b="1" i="0" dirty="0">
                          <a:solidFill>
                            <a:schemeClr val="bg2"/>
                          </a:solidFill>
                          <a:effectLst/>
                          <a:latin typeface="+mn-lt"/>
                        </a:rPr>
                        <a:t>authoritative sources, version control, and lifecycle governance</a:t>
                      </a:r>
                      <a:r>
                        <a:rPr lang="en-US" sz="900" b="0" i="0" dirty="0">
                          <a:solidFill>
                            <a:schemeClr val="bg2"/>
                          </a:solidFill>
                          <a:effectLst/>
                          <a:latin typeface="+mn-lt"/>
                        </a:rPr>
                        <a:t>.</a:t>
                      </a:r>
                    </a:p>
                  </a:txBody>
                  <a:tcPr anchor="ctr"/>
                </a:tc>
                <a:extLst>
                  <a:ext uri="{0D108BD9-81ED-4DB2-BD59-A6C34878D82A}">
                    <a16:rowId xmlns:a16="http://schemas.microsoft.com/office/drawing/2014/main" val="865553838"/>
                  </a:ext>
                </a:extLst>
              </a:tr>
              <a:tr h="370840">
                <a:tc>
                  <a:txBody>
                    <a:bodyPr/>
                    <a:lstStyle/>
                    <a:p>
                      <a:pPr algn="ctr"/>
                      <a:r>
                        <a:rPr lang="en-GB" sz="1200" dirty="0">
                          <a:solidFill>
                            <a:schemeClr val="bg2"/>
                          </a:solidFill>
                          <a:latin typeface="+mj-lt"/>
                        </a:rPr>
                        <a:t>5</a:t>
                      </a:r>
                    </a:p>
                  </a:txBody>
                  <a:tcPr anchor="ctr"/>
                </a:tc>
                <a:tc>
                  <a:txBody>
                    <a:bodyPr/>
                    <a:lstStyle/>
                    <a:p>
                      <a:pPr fontAlgn="t">
                        <a:lnSpc>
                          <a:spcPts val="1500"/>
                        </a:lnSpc>
                        <a:buNone/>
                      </a:pPr>
                      <a:r>
                        <a:rPr lang="en-US" sz="1100" b="0" i="0" dirty="0">
                          <a:solidFill>
                            <a:schemeClr val="bg2"/>
                          </a:solidFill>
                          <a:effectLst/>
                          <a:latin typeface="+mj-lt"/>
                        </a:rPr>
                        <a:t>Context loss</a:t>
                      </a:r>
                    </a:p>
                  </a:txBody>
                  <a:tcPr anchor="ctr"/>
                </a:tc>
                <a:tc>
                  <a:txBody>
                    <a:bodyPr/>
                    <a:lstStyle/>
                    <a:p>
                      <a:pPr fontAlgn="t">
                        <a:lnSpc>
                          <a:spcPts val="1500"/>
                        </a:lnSpc>
                        <a:buNone/>
                      </a:pPr>
                      <a:r>
                        <a:rPr lang="en-US" sz="900" b="0" i="0" dirty="0">
                          <a:solidFill>
                            <a:schemeClr val="bg2"/>
                          </a:solidFill>
                          <a:effectLst/>
                          <a:latin typeface="+mn-lt"/>
                        </a:rPr>
                        <a:t>Knowledge stripped of nuance, assumptions, and proper usage context</a:t>
                      </a:r>
                    </a:p>
                  </a:txBody>
                  <a:tcPr anchor="ctr"/>
                </a:tc>
                <a:tc>
                  <a:txBody>
                    <a:bodyPr/>
                    <a:lstStyle/>
                    <a:p>
                      <a:pPr fontAlgn="t">
                        <a:lnSpc>
                          <a:spcPts val="1500"/>
                        </a:lnSpc>
                        <a:buNone/>
                      </a:pPr>
                      <a:r>
                        <a:rPr lang="en-GB" sz="900" b="0" i="0" dirty="0">
                          <a:solidFill>
                            <a:schemeClr val="bg2"/>
                          </a:solidFill>
                          <a:effectLst/>
                          <a:latin typeface="+mn-lt"/>
                        </a:rPr>
                        <a:t>KM preserves </a:t>
                      </a:r>
                      <a:r>
                        <a:rPr lang="en-GB" sz="900" b="1" i="0" dirty="0">
                          <a:solidFill>
                            <a:schemeClr val="bg2"/>
                          </a:solidFill>
                          <a:effectLst/>
                          <a:latin typeface="+mn-lt"/>
                        </a:rPr>
                        <a:t>context, metadata, and usage guidance</a:t>
                      </a:r>
                      <a:r>
                        <a:rPr lang="en-GB" sz="900" b="0" i="0" dirty="0">
                          <a:solidFill>
                            <a:schemeClr val="bg2"/>
                          </a:solidFill>
                          <a:effectLst/>
                          <a:latin typeface="+mn-lt"/>
                        </a:rPr>
                        <a:t> alongside content.</a:t>
                      </a:r>
                    </a:p>
                  </a:txBody>
                  <a:tcPr anchor="ctr"/>
                </a:tc>
                <a:extLst>
                  <a:ext uri="{0D108BD9-81ED-4DB2-BD59-A6C34878D82A}">
                    <a16:rowId xmlns:a16="http://schemas.microsoft.com/office/drawing/2014/main" val="2016410665"/>
                  </a:ext>
                </a:extLst>
              </a:tr>
              <a:tr h="370840">
                <a:tc>
                  <a:txBody>
                    <a:bodyPr/>
                    <a:lstStyle/>
                    <a:p>
                      <a:pPr algn="ctr"/>
                      <a:r>
                        <a:rPr lang="en-GB" sz="1200" dirty="0">
                          <a:solidFill>
                            <a:schemeClr val="bg2"/>
                          </a:solidFill>
                          <a:latin typeface="+mj-lt"/>
                        </a:rPr>
                        <a:t>6</a:t>
                      </a:r>
                    </a:p>
                  </a:txBody>
                  <a:tcPr anchor="ctr"/>
                </a:tc>
                <a:tc>
                  <a:txBody>
                    <a:bodyPr/>
                    <a:lstStyle/>
                    <a:p>
                      <a:pPr fontAlgn="t">
                        <a:lnSpc>
                          <a:spcPts val="1500"/>
                        </a:lnSpc>
                        <a:buNone/>
                      </a:pPr>
                      <a:r>
                        <a:rPr lang="en-US" sz="1100" b="0" i="0" dirty="0">
                          <a:solidFill>
                            <a:schemeClr val="bg2"/>
                          </a:solidFill>
                          <a:effectLst/>
                          <a:latin typeface="+mj-lt"/>
                        </a:rPr>
                        <a:t>Content sprawl</a:t>
                      </a:r>
                    </a:p>
                  </a:txBody>
                  <a:tcPr anchor="ctr"/>
                </a:tc>
                <a:tc>
                  <a:txBody>
                    <a:bodyPr/>
                    <a:lstStyle/>
                    <a:p>
                      <a:pPr fontAlgn="t">
                        <a:lnSpc>
                          <a:spcPts val="1500"/>
                        </a:lnSpc>
                        <a:buNone/>
                      </a:pPr>
                      <a:r>
                        <a:rPr lang="en-US" sz="900" b="0" i="0" dirty="0">
                          <a:solidFill>
                            <a:schemeClr val="bg2"/>
                          </a:solidFill>
                          <a:effectLst/>
                          <a:latin typeface="+mn-lt"/>
                        </a:rPr>
                        <a:t>AI dramatically accelerates the creation of redundant or slightly varied content.</a:t>
                      </a:r>
                    </a:p>
                  </a:txBody>
                  <a:tcPr anchor="ctr"/>
                </a:tc>
                <a:tc>
                  <a:txBody>
                    <a:bodyPr/>
                    <a:lstStyle/>
                    <a:p>
                      <a:pPr fontAlgn="t">
                        <a:lnSpc>
                          <a:spcPts val="1500"/>
                        </a:lnSpc>
                        <a:buNone/>
                      </a:pPr>
                      <a:r>
                        <a:rPr lang="en-US" sz="900" b="0" i="0" dirty="0">
                          <a:solidFill>
                            <a:schemeClr val="bg2"/>
                          </a:solidFill>
                          <a:effectLst/>
                          <a:latin typeface="+mn-lt"/>
                        </a:rPr>
                        <a:t>KM drives </a:t>
                      </a:r>
                      <a:r>
                        <a:rPr lang="en-US" sz="900" b="1" i="0" dirty="0">
                          <a:solidFill>
                            <a:schemeClr val="bg2"/>
                          </a:solidFill>
                          <a:effectLst/>
                          <a:latin typeface="+mn-lt"/>
                        </a:rPr>
                        <a:t>deduplication, taxonomy, and structured reuse</a:t>
                      </a:r>
                      <a:r>
                        <a:rPr lang="en-US" sz="900" b="0" i="0" dirty="0">
                          <a:solidFill>
                            <a:schemeClr val="bg2"/>
                          </a:solidFill>
                          <a:effectLst/>
                          <a:latin typeface="+mn-lt"/>
                        </a:rPr>
                        <a:t>.</a:t>
                      </a:r>
                    </a:p>
                  </a:txBody>
                  <a:tcPr anchor="ctr"/>
                </a:tc>
                <a:extLst>
                  <a:ext uri="{0D108BD9-81ED-4DB2-BD59-A6C34878D82A}">
                    <a16:rowId xmlns:a16="http://schemas.microsoft.com/office/drawing/2014/main" val="71761873"/>
                  </a:ext>
                </a:extLst>
              </a:tr>
              <a:tr h="370840">
                <a:tc>
                  <a:txBody>
                    <a:bodyPr/>
                    <a:lstStyle/>
                    <a:p>
                      <a:pPr algn="ctr"/>
                      <a:r>
                        <a:rPr lang="en-GB" sz="1200" dirty="0">
                          <a:solidFill>
                            <a:schemeClr val="bg2"/>
                          </a:solidFill>
                          <a:latin typeface="+mj-lt"/>
                        </a:rPr>
                        <a:t>7</a:t>
                      </a:r>
                    </a:p>
                  </a:txBody>
                  <a:tcPr anchor="ctr"/>
                </a:tc>
                <a:tc>
                  <a:txBody>
                    <a:bodyPr/>
                    <a:lstStyle/>
                    <a:p>
                      <a:pPr fontAlgn="t">
                        <a:lnSpc>
                          <a:spcPts val="1500"/>
                        </a:lnSpc>
                        <a:buNone/>
                      </a:pPr>
                      <a:r>
                        <a:rPr lang="en-US" sz="1100" b="0" i="0" dirty="0">
                          <a:solidFill>
                            <a:schemeClr val="bg2"/>
                          </a:solidFill>
                          <a:effectLst/>
                          <a:latin typeface="+mj-lt"/>
                        </a:rPr>
                        <a:t>Bias amplification</a:t>
                      </a:r>
                    </a:p>
                  </a:txBody>
                  <a:tcPr anchor="ctr"/>
                </a:tc>
                <a:tc>
                  <a:txBody>
                    <a:bodyPr/>
                    <a:lstStyle/>
                    <a:p>
                      <a:pPr fontAlgn="t">
                        <a:lnSpc>
                          <a:spcPts val="1500"/>
                        </a:lnSpc>
                        <a:buNone/>
                      </a:pPr>
                      <a:r>
                        <a:rPr lang="en-US" sz="900" b="0" i="0" dirty="0">
                          <a:solidFill>
                            <a:schemeClr val="bg2"/>
                          </a:solidFill>
                          <a:effectLst/>
                          <a:latin typeface="+mn-lt"/>
                        </a:rPr>
                        <a:t>AI reinforces biased or incomplete knowledge already present in organisational data.</a:t>
                      </a:r>
                    </a:p>
                  </a:txBody>
                  <a:tcPr anchor="ctr"/>
                </a:tc>
                <a:tc>
                  <a:txBody>
                    <a:bodyPr/>
                    <a:lstStyle/>
                    <a:p>
                      <a:pPr fontAlgn="t">
                        <a:lnSpc>
                          <a:spcPts val="1500"/>
                        </a:lnSpc>
                        <a:buNone/>
                      </a:pPr>
                      <a:r>
                        <a:rPr lang="en-US" sz="900" b="0" i="0" dirty="0">
                          <a:solidFill>
                            <a:schemeClr val="bg2"/>
                          </a:solidFill>
                          <a:effectLst/>
                          <a:latin typeface="+mn-lt"/>
                        </a:rPr>
                        <a:t>KM introduces </a:t>
                      </a:r>
                      <a:r>
                        <a:rPr lang="en-US" sz="900" b="1" i="0" dirty="0">
                          <a:solidFill>
                            <a:schemeClr val="bg2"/>
                          </a:solidFill>
                          <a:effectLst/>
                          <a:latin typeface="+mn-lt"/>
                        </a:rPr>
                        <a:t>diversity of sources, challenge processes, and governance</a:t>
                      </a:r>
                      <a:r>
                        <a:rPr lang="en-US" sz="900" b="0" i="0" dirty="0">
                          <a:solidFill>
                            <a:schemeClr val="bg2"/>
                          </a:solidFill>
                          <a:effectLst/>
                          <a:latin typeface="+mn-lt"/>
                        </a:rPr>
                        <a:t>.</a:t>
                      </a:r>
                    </a:p>
                  </a:txBody>
                  <a:tcPr anchor="ctr"/>
                </a:tc>
                <a:extLst>
                  <a:ext uri="{0D108BD9-81ED-4DB2-BD59-A6C34878D82A}">
                    <a16:rowId xmlns:a16="http://schemas.microsoft.com/office/drawing/2014/main" val="3079786148"/>
                  </a:ext>
                </a:extLst>
              </a:tr>
              <a:tr h="370840">
                <a:tc>
                  <a:txBody>
                    <a:bodyPr/>
                    <a:lstStyle/>
                    <a:p>
                      <a:pPr algn="ctr"/>
                      <a:r>
                        <a:rPr lang="en-GB" sz="1200" dirty="0">
                          <a:solidFill>
                            <a:schemeClr val="bg2"/>
                          </a:solidFill>
                          <a:latin typeface="+mj-lt"/>
                        </a:rPr>
                        <a:t>8</a:t>
                      </a:r>
                    </a:p>
                  </a:txBody>
                  <a:tcPr anchor="ctr"/>
                </a:tc>
                <a:tc>
                  <a:txBody>
                    <a:bodyPr/>
                    <a:lstStyle/>
                    <a:p>
                      <a:pPr fontAlgn="t">
                        <a:lnSpc>
                          <a:spcPts val="1500"/>
                        </a:lnSpc>
                        <a:buNone/>
                      </a:pPr>
                      <a:r>
                        <a:rPr lang="en-US" sz="1100" b="0" i="0" dirty="0">
                          <a:solidFill>
                            <a:schemeClr val="bg2"/>
                          </a:solidFill>
                          <a:effectLst/>
                          <a:latin typeface="+mj-lt"/>
                        </a:rPr>
                        <a:t>Loss of tacit knowledge</a:t>
                      </a:r>
                    </a:p>
                  </a:txBody>
                  <a:tcPr anchor="ctr"/>
                </a:tc>
                <a:tc>
                  <a:txBody>
                    <a:bodyPr/>
                    <a:lstStyle/>
                    <a:p>
                      <a:pPr fontAlgn="t">
                        <a:lnSpc>
                          <a:spcPts val="1500"/>
                        </a:lnSpc>
                        <a:buNone/>
                      </a:pPr>
                      <a:r>
                        <a:rPr lang="en-US" sz="900" b="0" i="0" dirty="0">
                          <a:solidFill>
                            <a:schemeClr val="bg2"/>
                          </a:solidFill>
                          <a:effectLst/>
                          <a:latin typeface="+mn-lt"/>
                        </a:rPr>
                        <a:t>Employees defer to AI rather than capturing human expertise and experience, personal networks become fragmented.</a:t>
                      </a:r>
                    </a:p>
                  </a:txBody>
                  <a:tcPr anchor="ctr"/>
                </a:tc>
                <a:tc>
                  <a:txBody>
                    <a:bodyPr/>
                    <a:lstStyle/>
                    <a:p>
                      <a:pPr fontAlgn="t">
                        <a:lnSpc>
                          <a:spcPts val="1500"/>
                        </a:lnSpc>
                        <a:buNone/>
                      </a:pPr>
                      <a:r>
                        <a:rPr lang="en-US" sz="900" b="0" i="0" dirty="0">
                          <a:solidFill>
                            <a:schemeClr val="bg2"/>
                          </a:solidFill>
                          <a:effectLst/>
                          <a:latin typeface="+mn-lt"/>
                        </a:rPr>
                        <a:t>KM promotes </a:t>
                      </a:r>
                      <a:r>
                        <a:rPr lang="en-US" sz="900" b="1" i="0" dirty="0">
                          <a:solidFill>
                            <a:schemeClr val="bg2"/>
                          </a:solidFill>
                          <a:effectLst/>
                          <a:latin typeface="+mn-lt"/>
                        </a:rPr>
                        <a:t>communities of practice, storytelling, and expertise capture</a:t>
                      </a:r>
                      <a:r>
                        <a:rPr lang="en-US" sz="900" b="0" i="0" dirty="0">
                          <a:solidFill>
                            <a:schemeClr val="bg2"/>
                          </a:solidFill>
                          <a:effectLst/>
                          <a:latin typeface="+mn-lt"/>
                        </a:rPr>
                        <a:t>.</a:t>
                      </a:r>
                    </a:p>
                  </a:txBody>
                  <a:tcPr anchor="ctr"/>
                </a:tc>
                <a:extLst>
                  <a:ext uri="{0D108BD9-81ED-4DB2-BD59-A6C34878D82A}">
                    <a16:rowId xmlns:a16="http://schemas.microsoft.com/office/drawing/2014/main" val="718466698"/>
                  </a:ext>
                </a:extLst>
              </a:tr>
              <a:tr h="370840">
                <a:tc>
                  <a:txBody>
                    <a:bodyPr/>
                    <a:lstStyle/>
                    <a:p>
                      <a:pPr algn="ctr"/>
                      <a:r>
                        <a:rPr lang="en-GB" sz="1200" dirty="0">
                          <a:solidFill>
                            <a:schemeClr val="bg2"/>
                          </a:solidFill>
                          <a:latin typeface="+mj-lt"/>
                        </a:rPr>
                        <a:t>9</a:t>
                      </a:r>
                    </a:p>
                  </a:txBody>
                  <a:tcPr anchor="ctr"/>
                </a:tc>
                <a:tc>
                  <a:txBody>
                    <a:bodyPr/>
                    <a:lstStyle/>
                    <a:p>
                      <a:pPr fontAlgn="t">
                        <a:lnSpc>
                          <a:spcPts val="1500"/>
                        </a:lnSpc>
                        <a:buNone/>
                      </a:pPr>
                      <a:r>
                        <a:rPr lang="en-US" sz="1100" b="0" i="0" dirty="0">
                          <a:solidFill>
                            <a:schemeClr val="bg2"/>
                          </a:solidFill>
                          <a:effectLst/>
                          <a:latin typeface="+mj-lt"/>
                        </a:rPr>
                        <a:t>Loss of trust</a:t>
                      </a:r>
                    </a:p>
                  </a:txBody>
                  <a:tcPr anchor="ctr"/>
                </a:tc>
                <a:tc>
                  <a:txBody>
                    <a:bodyPr/>
                    <a:lstStyle/>
                    <a:p>
                      <a:pPr fontAlgn="t">
                        <a:lnSpc>
                          <a:spcPts val="1500"/>
                        </a:lnSpc>
                        <a:buNone/>
                      </a:pPr>
                      <a:r>
                        <a:rPr lang="en-US" sz="900" b="0" i="0" dirty="0">
                          <a:solidFill>
                            <a:schemeClr val="bg2"/>
                          </a:solidFill>
                          <a:effectLst/>
                          <a:latin typeface="+mn-lt"/>
                        </a:rPr>
                        <a:t>Employees lose confidence in internal knowledge because they can’t distinguish human vs AI vs verified content.</a:t>
                      </a:r>
                    </a:p>
                  </a:txBody>
                  <a:tcPr anchor="ctr"/>
                </a:tc>
                <a:tc>
                  <a:txBody>
                    <a:bodyPr/>
                    <a:lstStyle/>
                    <a:p>
                      <a:pPr fontAlgn="t">
                        <a:lnSpc>
                          <a:spcPts val="1500"/>
                        </a:lnSpc>
                        <a:buNone/>
                      </a:pPr>
                      <a:r>
                        <a:rPr lang="en-US" sz="900" b="0" i="0" dirty="0">
                          <a:solidFill>
                            <a:schemeClr val="bg2"/>
                          </a:solidFill>
                          <a:effectLst/>
                          <a:latin typeface="+mn-lt"/>
                        </a:rPr>
                        <a:t>KM builds </a:t>
                      </a:r>
                      <a:r>
                        <a:rPr lang="en-US" sz="900" b="1" i="0" dirty="0">
                          <a:solidFill>
                            <a:schemeClr val="bg2"/>
                          </a:solidFill>
                          <a:effectLst/>
                          <a:latin typeface="+mn-lt"/>
                        </a:rPr>
                        <a:t>trust frameworks, confidence scores, and content certification</a:t>
                      </a:r>
                      <a:r>
                        <a:rPr lang="en-US" sz="900" b="0" i="0" dirty="0">
                          <a:solidFill>
                            <a:schemeClr val="bg2"/>
                          </a:solidFill>
                          <a:effectLst/>
                          <a:latin typeface="+mn-lt"/>
                        </a:rPr>
                        <a:t>.</a:t>
                      </a:r>
                    </a:p>
                  </a:txBody>
                  <a:tcPr anchor="ctr"/>
                </a:tc>
                <a:extLst>
                  <a:ext uri="{0D108BD9-81ED-4DB2-BD59-A6C34878D82A}">
                    <a16:rowId xmlns:a16="http://schemas.microsoft.com/office/drawing/2014/main" val="1623075288"/>
                  </a:ext>
                </a:extLst>
              </a:tr>
              <a:tr h="370840">
                <a:tc>
                  <a:txBody>
                    <a:bodyPr/>
                    <a:lstStyle/>
                    <a:p>
                      <a:pPr algn="ctr"/>
                      <a:r>
                        <a:rPr lang="en-GB" sz="1200" dirty="0">
                          <a:solidFill>
                            <a:schemeClr val="bg2"/>
                          </a:solidFill>
                          <a:latin typeface="+mj-lt"/>
                        </a:rPr>
                        <a:t>10</a:t>
                      </a:r>
                    </a:p>
                  </a:txBody>
                  <a:tcPr anchor="ctr"/>
                </a:tc>
                <a:tc>
                  <a:txBody>
                    <a:bodyPr/>
                    <a:lstStyle/>
                    <a:p>
                      <a:pPr fontAlgn="t">
                        <a:lnSpc>
                          <a:spcPts val="1500"/>
                        </a:lnSpc>
                        <a:buNone/>
                      </a:pPr>
                      <a:r>
                        <a:rPr lang="en-US" sz="1100" b="0" i="0" dirty="0">
                          <a:solidFill>
                            <a:schemeClr val="bg2"/>
                          </a:solidFill>
                          <a:effectLst/>
                          <a:latin typeface="+mj-lt"/>
                        </a:rPr>
                        <a:t>Regulatory risk</a:t>
                      </a:r>
                    </a:p>
                  </a:txBody>
                  <a:tcPr anchor="ctr"/>
                </a:tc>
                <a:tc>
                  <a:txBody>
                    <a:bodyPr/>
                    <a:lstStyle/>
                    <a:p>
                      <a:pPr fontAlgn="t">
                        <a:lnSpc>
                          <a:spcPts val="1500"/>
                        </a:lnSpc>
                        <a:buNone/>
                      </a:pPr>
                      <a:r>
                        <a:rPr lang="en-US" sz="900" b="0" i="0" dirty="0">
                          <a:solidFill>
                            <a:schemeClr val="bg2"/>
                          </a:solidFill>
                          <a:effectLst/>
                          <a:latin typeface="+mn-lt"/>
                        </a:rPr>
                        <a:t>AI outputs may violate legal, regulatory, or industry requirements (e.g. explainability, auditability).</a:t>
                      </a:r>
                    </a:p>
                  </a:txBody>
                  <a:tcPr anchor="ctr"/>
                </a:tc>
                <a:tc>
                  <a:txBody>
                    <a:bodyPr/>
                    <a:lstStyle/>
                    <a:p>
                      <a:pPr fontAlgn="t">
                        <a:lnSpc>
                          <a:spcPts val="1500"/>
                        </a:lnSpc>
                        <a:buNone/>
                      </a:pPr>
                      <a:r>
                        <a:rPr lang="en-GB" sz="900" b="0" i="0" dirty="0">
                          <a:solidFill>
                            <a:schemeClr val="bg2"/>
                          </a:solidFill>
                          <a:effectLst/>
                          <a:latin typeface="+mn-lt"/>
                        </a:rPr>
                        <a:t>KM ensures </a:t>
                      </a:r>
                      <a:r>
                        <a:rPr lang="en-GB" sz="900" b="1" i="0" dirty="0">
                          <a:solidFill>
                            <a:schemeClr val="bg2"/>
                          </a:solidFill>
                          <a:effectLst/>
                          <a:latin typeface="+mn-lt"/>
                        </a:rPr>
                        <a:t>traceability, retention policies, and compliance alignment</a:t>
                      </a:r>
                      <a:r>
                        <a:rPr lang="en-GB" sz="900" b="0" i="0" dirty="0">
                          <a:solidFill>
                            <a:schemeClr val="bg2"/>
                          </a:solidFill>
                          <a:effectLst/>
                          <a:latin typeface="+mn-lt"/>
                        </a:rPr>
                        <a:t>.</a:t>
                      </a:r>
                    </a:p>
                  </a:txBody>
                  <a:tcPr anchor="ctr"/>
                </a:tc>
                <a:extLst>
                  <a:ext uri="{0D108BD9-81ED-4DB2-BD59-A6C34878D82A}">
                    <a16:rowId xmlns:a16="http://schemas.microsoft.com/office/drawing/2014/main" val="82701803"/>
                  </a:ext>
                </a:extLst>
              </a:tr>
            </a:tbl>
          </a:graphicData>
        </a:graphic>
      </p:graphicFrame>
    </p:spTree>
    <p:extLst>
      <p:ext uri="{BB962C8B-B14F-4D97-AF65-F5344CB8AC3E}">
        <p14:creationId xmlns:p14="http://schemas.microsoft.com/office/powerpoint/2010/main" val="623965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F1798-CF2A-3E82-A63D-E1E6735BB58C}"/>
              </a:ext>
            </a:extLst>
          </p:cNvPr>
          <p:cNvSpPr>
            <a:spLocks noGrp="1"/>
          </p:cNvSpPr>
          <p:nvPr>
            <p:ph type="title"/>
          </p:nvPr>
        </p:nvSpPr>
        <p:spPr/>
        <p:txBody>
          <a:bodyPr/>
          <a:lstStyle/>
          <a:p>
            <a:r>
              <a:rPr lang="en-US" dirty="0"/>
              <a:t>Define governance to create trust not control </a:t>
            </a:r>
          </a:p>
        </p:txBody>
      </p:sp>
      <p:sp>
        <p:nvSpPr>
          <p:cNvPr id="3" name="Slide Number Placeholder 2">
            <a:extLst>
              <a:ext uri="{FF2B5EF4-FFF2-40B4-BE49-F238E27FC236}">
                <a16:creationId xmlns:a16="http://schemas.microsoft.com/office/drawing/2014/main" id="{1D670245-FFC2-E37B-4572-185818F4A199}"/>
              </a:ext>
            </a:extLst>
          </p:cNvPr>
          <p:cNvSpPr>
            <a:spLocks noGrp="1"/>
          </p:cNvSpPr>
          <p:nvPr>
            <p:ph type="sldNum" sz="quarter" idx="11"/>
          </p:nvPr>
        </p:nvSpPr>
        <p:spPr/>
        <p:txBody>
          <a:bodyPr/>
          <a:lstStyle/>
          <a:p>
            <a:fld id="{75A6CFFB-7194-4088-A46E-B1739916A60C}" type="slidenum">
              <a:rPr lang="en-GB" smtClean="0"/>
              <a:pPr/>
              <a:t>5</a:t>
            </a:fld>
            <a:endParaRPr lang="en-GB" dirty="0"/>
          </a:p>
        </p:txBody>
      </p:sp>
      <p:sp>
        <p:nvSpPr>
          <p:cNvPr id="19" name="Content Placeholder 18">
            <a:extLst>
              <a:ext uri="{FF2B5EF4-FFF2-40B4-BE49-F238E27FC236}">
                <a16:creationId xmlns:a16="http://schemas.microsoft.com/office/drawing/2014/main" id="{D2EF528F-505B-DF8B-7E85-3AECC6FDDB2E}"/>
              </a:ext>
            </a:extLst>
          </p:cNvPr>
          <p:cNvSpPr>
            <a:spLocks noGrp="1"/>
          </p:cNvSpPr>
          <p:nvPr>
            <p:ph sz="quarter" idx="12"/>
          </p:nvPr>
        </p:nvSpPr>
        <p:spPr/>
        <p:txBody>
          <a:bodyPr/>
          <a:lstStyle/>
          <a:p>
            <a:r>
              <a:rPr lang="en-GB" dirty="0"/>
              <a:t>Our intent is that our organisation speaks intentionally, safely and consistently </a:t>
            </a:r>
            <a:r>
              <a:rPr lang="en-GB" dirty="0">
                <a:solidFill>
                  <a:schemeClr val="accent1"/>
                </a:solidFill>
              </a:rPr>
              <a:t>empowered by AI but with human accountability</a:t>
            </a:r>
            <a:r>
              <a:rPr lang="en-GB" dirty="0"/>
              <a:t>.</a:t>
            </a:r>
          </a:p>
          <a:p>
            <a:r>
              <a:rPr lang="en-GB" sz="1600" dirty="0"/>
              <a:t>Knowledge Management will bring value to AI because we will control:</a:t>
            </a:r>
          </a:p>
          <a:p>
            <a:pPr marL="285750" indent="-285750">
              <a:buFont typeface="Wingdings" panose="05000000000000000000" pitchFamily="2" charset="2"/>
              <a:buChar char="§"/>
            </a:pPr>
            <a:r>
              <a:rPr lang="en-GB" sz="1600" dirty="0"/>
              <a:t>What it knows</a:t>
            </a:r>
          </a:p>
          <a:p>
            <a:pPr marL="285750" indent="-285750">
              <a:buFont typeface="Wingdings" panose="05000000000000000000" pitchFamily="2" charset="2"/>
              <a:buChar char="§"/>
            </a:pPr>
            <a:r>
              <a:rPr lang="en-GB" sz="1600" dirty="0"/>
              <a:t>How it is allowed to respond</a:t>
            </a:r>
          </a:p>
          <a:p>
            <a:pPr marL="285750" indent="-285750">
              <a:buFont typeface="Wingdings" panose="05000000000000000000" pitchFamily="2" charset="2"/>
              <a:buChar char="§"/>
            </a:pPr>
            <a:r>
              <a:rPr lang="en-GB" sz="1600" dirty="0"/>
              <a:t>Where human judgement always applies</a:t>
            </a:r>
          </a:p>
        </p:txBody>
      </p:sp>
      <p:sp>
        <p:nvSpPr>
          <p:cNvPr id="23" name="Rectangle 22">
            <a:extLst>
              <a:ext uri="{FF2B5EF4-FFF2-40B4-BE49-F238E27FC236}">
                <a16:creationId xmlns:a16="http://schemas.microsoft.com/office/drawing/2014/main" id="{648539B3-C893-3483-84E7-AE481EDC24CB}"/>
              </a:ext>
            </a:extLst>
          </p:cNvPr>
          <p:cNvSpPr/>
          <p:nvPr/>
        </p:nvSpPr>
        <p:spPr>
          <a:xfrm>
            <a:off x="4390293" y="1448999"/>
            <a:ext cx="2427950" cy="2261610"/>
          </a:xfrm>
          <a:prstGeom prst="rect">
            <a:avLst/>
          </a:prstGeom>
          <a:solidFill>
            <a:schemeClr val="bg2"/>
          </a:solidFill>
          <a:ln>
            <a:noFill/>
          </a:ln>
        </p:spPr>
        <p:style>
          <a:lnRef idx="2">
            <a:schemeClr val="accent2"/>
          </a:lnRef>
          <a:fillRef idx="1">
            <a:schemeClr val="lt1"/>
          </a:fillRef>
          <a:effectRef idx="0">
            <a:schemeClr val="accent2"/>
          </a:effectRef>
          <a:fontRef idx="minor">
            <a:schemeClr val="dk1"/>
          </a:fontRef>
        </p:style>
        <p:txBody>
          <a:bodyPr vert="horz" lIns="144000" tIns="144000" rIns="144000" bIns="144000" rtlCol="0" anchorCtr="0">
            <a:noAutofit/>
          </a:bodyPr>
          <a:lstStyle/>
          <a:p>
            <a:pPr>
              <a:lnSpc>
                <a:spcPct val="90000"/>
              </a:lnSpc>
              <a:spcAft>
                <a:spcPts val="600"/>
              </a:spcAft>
            </a:pPr>
            <a:r>
              <a:rPr lang="en-US" sz="1200" b="0" dirty="0">
                <a:solidFill>
                  <a:schemeClr val="accent1"/>
                </a:solidFill>
                <a:latin typeface="+mj-lt"/>
              </a:rPr>
              <a:t>Policy and </a:t>
            </a:r>
            <a:br>
              <a:rPr lang="en-US" sz="1200" b="0" dirty="0">
                <a:solidFill>
                  <a:schemeClr val="accent1"/>
                </a:solidFill>
                <a:latin typeface="+mj-lt"/>
              </a:rPr>
            </a:br>
            <a:r>
              <a:rPr lang="en-US" sz="1200" b="0" dirty="0">
                <a:solidFill>
                  <a:schemeClr val="accent1"/>
                </a:solidFill>
                <a:latin typeface="+mj-lt"/>
              </a:rPr>
              <a:t>guardrails</a:t>
            </a:r>
          </a:p>
          <a:p>
            <a:pPr marL="171450" indent="-171450">
              <a:lnSpc>
                <a:spcPct val="90000"/>
              </a:lnSpc>
              <a:spcAft>
                <a:spcPts val="600"/>
              </a:spcAft>
              <a:buClr>
                <a:schemeClr val="accent2"/>
              </a:buClr>
              <a:buFont typeface="Wingdings" panose="05000000000000000000" pitchFamily="2" charset="2"/>
              <a:buChar char="§"/>
            </a:pPr>
            <a:r>
              <a:rPr lang="en-US" sz="1000" b="0" dirty="0">
                <a:solidFill>
                  <a:schemeClr val="accent1"/>
                </a:solidFill>
                <a:latin typeface="+mj-lt"/>
              </a:rPr>
              <a:t>Knowledge for AI Use Policy   </a:t>
            </a:r>
          </a:p>
          <a:p>
            <a:pPr marL="171450" indent="-171450">
              <a:lnSpc>
                <a:spcPct val="90000"/>
              </a:lnSpc>
              <a:spcAft>
                <a:spcPts val="600"/>
              </a:spcAft>
              <a:buClr>
                <a:schemeClr val="accent2"/>
              </a:buClr>
              <a:buFont typeface="Wingdings" panose="05000000000000000000" pitchFamily="2" charset="2"/>
              <a:buChar char="§"/>
            </a:pPr>
            <a:r>
              <a:rPr lang="en-US" sz="1000" b="0" dirty="0">
                <a:solidFill>
                  <a:schemeClr val="accent1"/>
                </a:solidFill>
                <a:latin typeface="+mj-lt"/>
              </a:rPr>
              <a:t>Client Impact AI Knowledge Policy</a:t>
            </a:r>
          </a:p>
          <a:p>
            <a:pPr marL="171450" indent="-171450">
              <a:lnSpc>
                <a:spcPct val="90000"/>
              </a:lnSpc>
              <a:spcAft>
                <a:spcPts val="600"/>
              </a:spcAft>
              <a:buClr>
                <a:schemeClr val="accent2"/>
              </a:buClr>
              <a:buFont typeface="Wingdings" panose="05000000000000000000" pitchFamily="2" charset="2"/>
              <a:buChar char="§"/>
            </a:pPr>
            <a:r>
              <a:rPr lang="en-US" sz="1000" b="0" dirty="0">
                <a:solidFill>
                  <a:schemeClr val="accent1"/>
                </a:solidFill>
                <a:latin typeface="+mj-lt"/>
              </a:rPr>
              <a:t>Knowledge tiering and AI eligibility rules </a:t>
            </a:r>
          </a:p>
          <a:p>
            <a:pPr marL="171450" indent="-171450">
              <a:lnSpc>
                <a:spcPct val="90000"/>
              </a:lnSpc>
              <a:spcAft>
                <a:spcPts val="600"/>
              </a:spcAft>
              <a:buClr>
                <a:schemeClr val="accent2"/>
              </a:buClr>
              <a:buFont typeface="Wingdings" panose="05000000000000000000" pitchFamily="2" charset="2"/>
              <a:buChar char="§"/>
            </a:pPr>
            <a:r>
              <a:rPr lang="en-US" sz="1000" b="0" dirty="0">
                <a:solidFill>
                  <a:schemeClr val="accent1"/>
                </a:solidFill>
                <a:latin typeface="+mj-lt"/>
              </a:rPr>
              <a:t>Non‑advice and human‑only principles</a:t>
            </a:r>
          </a:p>
          <a:p>
            <a:pPr marL="171450" indent="-171450">
              <a:lnSpc>
                <a:spcPct val="90000"/>
              </a:lnSpc>
              <a:spcAft>
                <a:spcPts val="600"/>
              </a:spcAft>
              <a:buClr>
                <a:schemeClr val="accent2"/>
              </a:buClr>
              <a:buFont typeface="Wingdings" panose="05000000000000000000" pitchFamily="2" charset="2"/>
              <a:buChar char="§"/>
            </a:pPr>
            <a:r>
              <a:rPr lang="en-US" sz="1000" b="0" dirty="0">
                <a:solidFill>
                  <a:schemeClr val="accent1"/>
                </a:solidFill>
                <a:latin typeface="+mj-lt"/>
              </a:rPr>
              <a:t>Explicit no‑answer domains</a:t>
            </a:r>
          </a:p>
        </p:txBody>
      </p:sp>
      <p:sp>
        <p:nvSpPr>
          <p:cNvPr id="24" name="Rectangle 23">
            <a:extLst>
              <a:ext uri="{FF2B5EF4-FFF2-40B4-BE49-F238E27FC236}">
                <a16:creationId xmlns:a16="http://schemas.microsoft.com/office/drawing/2014/main" id="{46BF5C5B-3F5F-5ABA-F021-F9C74CF86EAB}"/>
              </a:ext>
            </a:extLst>
          </p:cNvPr>
          <p:cNvSpPr/>
          <p:nvPr/>
        </p:nvSpPr>
        <p:spPr>
          <a:xfrm>
            <a:off x="6894954" y="1439999"/>
            <a:ext cx="2427950" cy="2261610"/>
          </a:xfrm>
          <a:prstGeom prst="rect">
            <a:avLst/>
          </a:prstGeom>
          <a:solidFill>
            <a:schemeClr val="bg2"/>
          </a:solidFill>
          <a:ln>
            <a:noFill/>
          </a:ln>
        </p:spPr>
        <p:style>
          <a:lnRef idx="2">
            <a:schemeClr val="accent2"/>
          </a:lnRef>
          <a:fillRef idx="1">
            <a:schemeClr val="lt1"/>
          </a:fillRef>
          <a:effectRef idx="0">
            <a:schemeClr val="accent2"/>
          </a:effectRef>
          <a:fontRef idx="minor">
            <a:schemeClr val="dk1"/>
          </a:fontRef>
        </p:style>
        <p:txBody>
          <a:bodyPr vert="horz" lIns="144000" tIns="144000" rIns="144000" bIns="144000" rtlCol="0" anchorCtr="0">
            <a:noAutofit/>
          </a:bodyPr>
          <a:lstStyle/>
          <a:p>
            <a:pPr>
              <a:lnSpc>
                <a:spcPct val="90000"/>
              </a:lnSpc>
              <a:spcAft>
                <a:spcPts val="600"/>
              </a:spcAft>
            </a:pPr>
            <a:r>
              <a:rPr lang="en-US" sz="1200" b="0" dirty="0">
                <a:solidFill>
                  <a:schemeClr val="accent1"/>
                </a:solidFill>
                <a:latin typeface="+mj-lt"/>
              </a:rPr>
              <a:t>Knowledge design and demand</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Curated authoritative knowledge sets</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Mandatory ownership, confidence and lifecycle metadata</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Tiered knowledge model</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De-duplication and retirement</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Priority question sets and question backlog</a:t>
            </a:r>
          </a:p>
          <a:p>
            <a:pPr>
              <a:lnSpc>
                <a:spcPct val="90000"/>
              </a:lnSpc>
              <a:spcAft>
                <a:spcPts val="600"/>
              </a:spcAft>
            </a:pPr>
            <a:endParaRPr lang="en-US" sz="1000" b="0" dirty="0">
              <a:solidFill>
                <a:schemeClr val="accent1"/>
              </a:solidFill>
              <a:latin typeface="+mj-lt"/>
            </a:endParaRPr>
          </a:p>
        </p:txBody>
      </p:sp>
      <p:sp>
        <p:nvSpPr>
          <p:cNvPr id="25" name="Rectangle 24">
            <a:extLst>
              <a:ext uri="{FF2B5EF4-FFF2-40B4-BE49-F238E27FC236}">
                <a16:creationId xmlns:a16="http://schemas.microsoft.com/office/drawing/2014/main" id="{0F67930F-1521-95AC-3565-9CC9D111B24C}"/>
              </a:ext>
            </a:extLst>
          </p:cNvPr>
          <p:cNvSpPr/>
          <p:nvPr/>
        </p:nvSpPr>
        <p:spPr>
          <a:xfrm>
            <a:off x="9399615" y="1439999"/>
            <a:ext cx="2427950" cy="2261610"/>
          </a:xfrm>
          <a:prstGeom prst="rect">
            <a:avLst/>
          </a:prstGeom>
          <a:solidFill>
            <a:schemeClr val="bg2"/>
          </a:solidFill>
          <a:ln>
            <a:noFill/>
          </a:ln>
        </p:spPr>
        <p:style>
          <a:lnRef idx="2">
            <a:schemeClr val="accent2"/>
          </a:lnRef>
          <a:fillRef idx="1">
            <a:schemeClr val="lt1"/>
          </a:fillRef>
          <a:effectRef idx="0">
            <a:schemeClr val="accent2"/>
          </a:effectRef>
          <a:fontRef idx="minor">
            <a:schemeClr val="dk1"/>
          </a:fontRef>
        </p:style>
        <p:txBody>
          <a:bodyPr vert="horz" lIns="144000" tIns="144000" rIns="144000" bIns="144000" rtlCol="0" anchorCtr="0">
            <a:noAutofit/>
          </a:bodyPr>
          <a:lstStyle/>
          <a:p>
            <a:pPr>
              <a:lnSpc>
                <a:spcPct val="90000"/>
              </a:lnSpc>
              <a:spcAft>
                <a:spcPts val="600"/>
              </a:spcAft>
            </a:pPr>
            <a:r>
              <a:rPr lang="en-US" sz="1200" b="0" dirty="0">
                <a:solidFill>
                  <a:schemeClr val="accent1"/>
                </a:solidFill>
                <a:latin typeface="+mj-lt"/>
              </a:rPr>
              <a:t>System configuration and controls</a:t>
            </a:r>
          </a:p>
          <a:p>
            <a:pPr marL="171450" indent="-171450">
              <a:lnSpc>
                <a:spcPct val="90000"/>
              </a:lnSpc>
              <a:spcAft>
                <a:spcPts val="600"/>
              </a:spcAft>
              <a:buClr>
                <a:schemeClr val="accent2"/>
              </a:buClr>
              <a:buFont typeface="Wingdings" panose="05000000000000000000" pitchFamily="2" charset="2"/>
              <a:buChar char="§"/>
            </a:pPr>
            <a:r>
              <a:rPr lang="en-US" sz="1000" b="0" dirty="0">
                <a:solidFill>
                  <a:schemeClr val="accent1"/>
                </a:solidFill>
                <a:latin typeface="+mj-lt"/>
              </a:rPr>
              <a:t>Sh</a:t>
            </a:r>
            <a:r>
              <a:rPr lang="en-US" sz="1000" dirty="0">
                <a:solidFill>
                  <a:schemeClr val="accent1"/>
                </a:solidFill>
                <a:latin typeface="+mj-lt"/>
              </a:rPr>
              <a:t>arePoint / intranet configuration</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Metadata driven AI eligibility</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Access controls aligned to permissions</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Exclusion of sensitive / non-compliant knowledge</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Traceability and audit</a:t>
            </a:r>
          </a:p>
          <a:p>
            <a:pPr>
              <a:lnSpc>
                <a:spcPct val="90000"/>
              </a:lnSpc>
              <a:spcAft>
                <a:spcPts val="600"/>
              </a:spcAft>
            </a:pPr>
            <a:endParaRPr lang="en-US" sz="1000" b="0" dirty="0">
              <a:solidFill>
                <a:schemeClr val="accent1"/>
              </a:solidFill>
              <a:latin typeface="+mj-lt"/>
            </a:endParaRPr>
          </a:p>
        </p:txBody>
      </p:sp>
      <p:sp>
        <p:nvSpPr>
          <p:cNvPr id="26" name="Rectangle 25">
            <a:extLst>
              <a:ext uri="{FF2B5EF4-FFF2-40B4-BE49-F238E27FC236}">
                <a16:creationId xmlns:a16="http://schemas.microsoft.com/office/drawing/2014/main" id="{7F33828E-C67E-8236-DD59-AD0621B588CC}"/>
              </a:ext>
            </a:extLst>
          </p:cNvPr>
          <p:cNvSpPr/>
          <p:nvPr/>
        </p:nvSpPr>
        <p:spPr>
          <a:xfrm>
            <a:off x="4390293" y="3781381"/>
            <a:ext cx="2427950" cy="2261610"/>
          </a:xfrm>
          <a:prstGeom prst="rect">
            <a:avLst/>
          </a:prstGeom>
          <a:solidFill>
            <a:schemeClr val="bg2"/>
          </a:solidFill>
          <a:ln>
            <a:noFill/>
          </a:ln>
        </p:spPr>
        <p:style>
          <a:lnRef idx="2">
            <a:schemeClr val="accent2"/>
          </a:lnRef>
          <a:fillRef idx="1">
            <a:schemeClr val="lt1"/>
          </a:fillRef>
          <a:effectRef idx="0">
            <a:schemeClr val="accent2"/>
          </a:effectRef>
          <a:fontRef idx="minor">
            <a:schemeClr val="dk1"/>
          </a:fontRef>
        </p:style>
        <p:txBody>
          <a:bodyPr vert="horz" lIns="144000" tIns="144000" rIns="144000" bIns="144000" rtlCol="0" anchorCtr="0">
            <a:noAutofit/>
          </a:bodyPr>
          <a:lstStyle/>
          <a:p>
            <a:pPr>
              <a:lnSpc>
                <a:spcPct val="90000"/>
              </a:lnSpc>
              <a:spcAft>
                <a:spcPts val="600"/>
              </a:spcAft>
            </a:pPr>
            <a:r>
              <a:rPr lang="en-US" sz="1200" b="0" dirty="0">
                <a:solidFill>
                  <a:schemeClr val="accent1"/>
                </a:solidFill>
                <a:latin typeface="+mj-lt"/>
              </a:rPr>
              <a:t>People, roles and decision </a:t>
            </a:r>
            <a:r>
              <a:rPr lang="en-US" sz="1200" dirty="0">
                <a:solidFill>
                  <a:schemeClr val="accent1"/>
                </a:solidFill>
                <a:latin typeface="+mj-lt"/>
              </a:rPr>
              <a:t>rights</a:t>
            </a:r>
            <a:endParaRPr lang="en-US" sz="1200" b="0" dirty="0">
              <a:solidFill>
                <a:schemeClr val="accent1"/>
              </a:solidFill>
              <a:latin typeface="+mj-lt"/>
            </a:endParaRP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Global Head of KM enterprise accountability</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AI Knowledge Governance Lead – rules and thresholds</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Knowledge owners and SMEs – accuracy and applicability</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Insight Editors arbitrate ambiguity, resolve contradictions, and define where AI must defer to human judgement</a:t>
            </a:r>
            <a:endParaRPr lang="en-US" sz="1000" b="0" dirty="0">
              <a:solidFill>
                <a:schemeClr val="accent1"/>
              </a:solidFill>
              <a:latin typeface="+mj-lt"/>
            </a:endParaRPr>
          </a:p>
          <a:p>
            <a:pPr>
              <a:lnSpc>
                <a:spcPct val="90000"/>
              </a:lnSpc>
              <a:spcAft>
                <a:spcPts val="600"/>
              </a:spcAft>
            </a:pPr>
            <a:endParaRPr lang="en-US" sz="1000" b="0" dirty="0">
              <a:solidFill>
                <a:schemeClr val="accent1"/>
              </a:solidFill>
              <a:latin typeface="+mj-lt"/>
            </a:endParaRPr>
          </a:p>
        </p:txBody>
      </p:sp>
      <p:sp>
        <p:nvSpPr>
          <p:cNvPr id="27" name="Rectangle 26">
            <a:extLst>
              <a:ext uri="{FF2B5EF4-FFF2-40B4-BE49-F238E27FC236}">
                <a16:creationId xmlns:a16="http://schemas.microsoft.com/office/drawing/2014/main" id="{7FF9D52B-626C-7206-2291-FA785CC077AE}"/>
              </a:ext>
            </a:extLst>
          </p:cNvPr>
          <p:cNvSpPr/>
          <p:nvPr/>
        </p:nvSpPr>
        <p:spPr>
          <a:xfrm>
            <a:off x="6894954" y="3772381"/>
            <a:ext cx="2427950" cy="2261610"/>
          </a:xfrm>
          <a:prstGeom prst="rect">
            <a:avLst/>
          </a:prstGeom>
          <a:solidFill>
            <a:schemeClr val="accent4">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vert="horz" lIns="144000" tIns="144000" rIns="144000" bIns="144000" rtlCol="0" anchorCtr="0">
            <a:noAutofit/>
          </a:bodyPr>
          <a:lstStyle/>
          <a:p>
            <a:pPr>
              <a:lnSpc>
                <a:spcPct val="90000"/>
              </a:lnSpc>
              <a:spcAft>
                <a:spcPts val="600"/>
              </a:spcAft>
            </a:pPr>
            <a:r>
              <a:rPr lang="en-US" sz="1200" b="0" dirty="0">
                <a:solidFill>
                  <a:schemeClr val="accent1"/>
                </a:solidFill>
                <a:latin typeface="+mj-lt"/>
              </a:rPr>
              <a:t>Assurance, monitoring and improvement</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Accuracy, confidence and hallucination metrics</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Separate thresholds for internal / client use</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Override, refusal and incident tracking</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Continuous improvement from AI errors</a:t>
            </a:r>
          </a:p>
          <a:p>
            <a:pPr marL="171450" indent="-171450">
              <a:lnSpc>
                <a:spcPct val="90000"/>
              </a:lnSpc>
              <a:spcAft>
                <a:spcPts val="600"/>
              </a:spcAft>
              <a:buClr>
                <a:schemeClr val="accent2"/>
              </a:buClr>
              <a:buFont typeface="Wingdings" panose="05000000000000000000" pitchFamily="2" charset="2"/>
              <a:buChar char="§"/>
            </a:pPr>
            <a:r>
              <a:rPr lang="en-US" sz="1000" dirty="0">
                <a:solidFill>
                  <a:schemeClr val="accent1"/>
                </a:solidFill>
                <a:latin typeface="+mj-lt"/>
              </a:rPr>
              <a:t>Reporting and confidence</a:t>
            </a:r>
          </a:p>
          <a:p>
            <a:pPr>
              <a:lnSpc>
                <a:spcPct val="90000"/>
              </a:lnSpc>
              <a:spcAft>
                <a:spcPts val="600"/>
              </a:spcAft>
            </a:pPr>
            <a:endParaRPr lang="en-US" sz="1000" b="0" dirty="0">
              <a:solidFill>
                <a:schemeClr val="accent1"/>
              </a:solidFill>
              <a:latin typeface="+mj-lt"/>
            </a:endParaRPr>
          </a:p>
        </p:txBody>
      </p:sp>
      <p:sp>
        <p:nvSpPr>
          <p:cNvPr id="30" name="TextBox 29">
            <a:extLst>
              <a:ext uri="{FF2B5EF4-FFF2-40B4-BE49-F238E27FC236}">
                <a16:creationId xmlns:a16="http://schemas.microsoft.com/office/drawing/2014/main" id="{82DCF6A3-AB42-6F65-29E7-CB9BB8F574CE}"/>
              </a:ext>
            </a:extLst>
          </p:cNvPr>
          <p:cNvSpPr txBox="1"/>
          <p:nvPr/>
        </p:nvSpPr>
        <p:spPr>
          <a:xfrm>
            <a:off x="9399614" y="4350334"/>
            <a:ext cx="2427949" cy="1546577"/>
          </a:xfrm>
          <a:prstGeom prst="rect">
            <a:avLst/>
          </a:prstGeom>
          <a:noFill/>
        </p:spPr>
        <p:txBody>
          <a:bodyPr wrap="square">
            <a:spAutoFit/>
          </a:bodyPr>
          <a:lstStyle/>
          <a:p>
            <a:pPr algn="l"/>
            <a:r>
              <a:rPr lang="en-US" sz="1400" b="0" i="1" u="none" strike="noStrike" baseline="0" dirty="0">
                <a:solidFill>
                  <a:schemeClr val="accent2"/>
                </a:solidFill>
                <a:latin typeface="Verdana-Italic"/>
              </a:rPr>
              <a:t>"AI makes us more efficient and allows us to show up better for our clients without </a:t>
            </a:r>
            <a:r>
              <a:rPr lang="en-US" sz="1400" b="0" i="1" u="none" strike="noStrike" baseline="0" dirty="0">
                <a:solidFill>
                  <a:schemeClr val="accent1"/>
                </a:solidFill>
                <a:latin typeface="Verdana-Italic"/>
              </a:rPr>
              <a:t>wasting time on processing, QC, and analysis.</a:t>
            </a:r>
            <a:r>
              <a:rPr lang="en-US" sz="1400" b="0" i="1" u="none" strike="noStrike" baseline="0" dirty="0">
                <a:solidFill>
                  <a:schemeClr val="accent2"/>
                </a:solidFill>
                <a:latin typeface="Verdana-Italic"/>
              </a:rPr>
              <a:t>”</a:t>
            </a:r>
            <a:endParaRPr lang="en-US" sz="1050" i="1" dirty="0">
              <a:solidFill>
                <a:schemeClr val="accent4"/>
              </a:solidFill>
              <a:latin typeface="Verdana-Italic"/>
            </a:endParaRPr>
          </a:p>
          <a:p>
            <a:pPr algn="r"/>
            <a:r>
              <a:rPr lang="en-US" sz="1050" i="1" dirty="0">
                <a:solidFill>
                  <a:schemeClr val="accent4"/>
                </a:solidFill>
                <a:latin typeface="Verdana-Italic"/>
              </a:rPr>
              <a:t>Peakon Q1 2026</a:t>
            </a:r>
            <a:endParaRPr lang="en-GB" sz="1050" dirty="0">
              <a:solidFill>
                <a:schemeClr val="accent4"/>
              </a:solidFill>
            </a:endParaRPr>
          </a:p>
        </p:txBody>
      </p:sp>
      <p:pic>
        <p:nvPicPr>
          <p:cNvPr id="32" name="Graphic 31" descr="Warning with solid fill">
            <a:extLst>
              <a:ext uri="{FF2B5EF4-FFF2-40B4-BE49-F238E27FC236}">
                <a16:creationId xmlns:a16="http://schemas.microsoft.com/office/drawing/2014/main" id="{49EA5A83-883E-88DB-111F-1E9F1CB82E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85754" y="3850813"/>
            <a:ext cx="471937" cy="471937"/>
          </a:xfrm>
          <a:prstGeom prst="rect">
            <a:avLst/>
          </a:prstGeom>
        </p:spPr>
      </p:pic>
    </p:spTree>
    <p:extLst>
      <p:ext uri="{BB962C8B-B14F-4D97-AF65-F5344CB8AC3E}">
        <p14:creationId xmlns:p14="http://schemas.microsoft.com/office/powerpoint/2010/main" val="495130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11B84-4900-25F0-5C49-34D367B719D3}"/>
              </a:ext>
            </a:extLst>
          </p:cNvPr>
          <p:cNvSpPr>
            <a:spLocks noGrp="1"/>
          </p:cNvSpPr>
          <p:nvPr>
            <p:ph type="title"/>
          </p:nvPr>
        </p:nvSpPr>
        <p:spPr/>
        <p:txBody>
          <a:bodyPr/>
          <a:lstStyle/>
          <a:p>
            <a:r>
              <a:rPr lang="en-GB" dirty="0"/>
              <a:t>Tiering our knowledge artefacts</a:t>
            </a:r>
          </a:p>
        </p:txBody>
      </p:sp>
      <p:sp>
        <p:nvSpPr>
          <p:cNvPr id="6" name="Content Placeholder 5">
            <a:extLst>
              <a:ext uri="{FF2B5EF4-FFF2-40B4-BE49-F238E27FC236}">
                <a16:creationId xmlns:a16="http://schemas.microsoft.com/office/drawing/2014/main" id="{FD6EDC5C-0E52-FF4B-3A18-8CCD5042E1A5}"/>
              </a:ext>
            </a:extLst>
          </p:cNvPr>
          <p:cNvSpPr>
            <a:spLocks noGrp="1"/>
          </p:cNvSpPr>
          <p:nvPr>
            <p:ph sz="quarter" idx="12"/>
          </p:nvPr>
        </p:nvSpPr>
        <p:spPr>
          <a:xfrm>
            <a:off x="733331" y="1151115"/>
            <a:ext cx="10751276" cy="4697275"/>
          </a:xfrm>
        </p:spPr>
        <p:txBody>
          <a:bodyPr/>
          <a:lstStyle/>
          <a:p>
            <a:r>
              <a:rPr lang="en-GB" sz="1200" dirty="0"/>
              <a:t>Adding metadata that aligns Knowledge to a tiered framework provides a means of explaining </a:t>
            </a:r>
            <a:r>
              <a:rPr lang="en-GB" sz="1200" dirty="0">
                <a:solidFill>
                  <a:schemeClr val="accent1"/>
                </a:solidFill>
              </a:rPr>
              <a:t>what belongs where, why it matters and how AI should treat it. </a:t>
            </a:r>
          </a:p>
          <a:p>
            <a:r>
              <a:rPr lang="en-GB" sz="1200" dirty="0"/>
              <a:t>The tiers represent increasing knowledge value, judgement and risk – not document types.  AI should consume all tiers, but interpret and weight them differently.  Knowledge artefacts not assigned a tier should not be ingested by the LLM.</a:t>
            </a:r>
          </a:p>
        </p:txBody>
      </p:sp>
      <p:sp>
        <p:nvSpPr>
          <p:cNvPr id="4" name="Slide Number Placeholder 3">
            <a:extLst>
              <a:ext uri="{FF2B5EF4-FFF2-40B4-BE49-F238E27FC236}">
                <a16:creationId xmlns:a16="http://schemas.microsoft.com/office/drawing/2014/main" id="{4CE5DD20-5F36-CABC-E381-747351F91D51}"/>
              </a:ext>
            </a:extLst>
          </p:cNvPr>
          <p:cNvSpPr>
            <a:spLocks noGrp="1"/>
          </p:cNvSpPr>
          <p:nvPr>
            <p:ph type="sldNum" sz="quarter" idx="15"/>
          </p:nvPr>
        </p:nvSpPr>
        <p:spPr/>
        <p:txBody>
          <a:bodyPr/>
          <a:lstStyle/>
          <a:p>
            <a:fld id="{75A6CFFB-7194-4088-A46E-B1739916A60C}" type="slidenum">
              <a:rPr lang="en-GB" smtClean="0"/>
              <a:pPr/>
              <a:t>6</a:t>
            </a:fld>
            <a:endParaRPr lang="en-GB" dirty="0"/>
          </a:p>
        </p:txBody>
      </p:sp>
      <p:sp>
        <p:nvSpPr>
          <p:cNvPr id="5" name="Footer Placeholder 4">
            <a:extLst>
              <a:ext uri="{FF2B5EF4-FFF2-40B4-BE49-F238E27FC236}">
                <a16:creationId xmlns:a16="http://schemas.microsoft.com/office/drawing/2014/main" id="{38A3296B-E1B5-5A83-53CD-AB94C6C71835}"/>
              </a:ext>
            </a:extLst>
          </p:cNvPr>
          <p:cNvSpPr>
            <a:spLocks noGrp="1"/>
          </p:cNvSpPr>
          <p:nvPr>
            <p:ph type="ftr" sz="quarter" idx="17"/>
          </p:nvPr>
        </p:nvSpPr>
        <p:spPr/>
        <p:txBody>
          <a:bodyPr/>
          <a:lstStyle/>
          <a:p>
            <a:r>
              <a:rPr lang="en-GB"/>
              <a:t>Confidential</a:t>
            </a:r>
            <a:endParaRPr lang="en-GB" dirty="0"/>
          </a:p>
        </p:txBody>
      </p:sp>
      <p:graphicFrame>
        <p:nvGraphicFramePr>
          <p:cNvPr id="8" name="Content Placeholder 7">
            <a:extLst>
              <a:ext uri="{FF2B5EF4-FFF2-40B4-BE49-F238E27FC236}">
                <a16:creationId xmlns:a16="http://schemas.microsoft.com/office/drawing/2014/main" id="{A0511E66-DF78-5E20-77F5-6CCB3CBBD89F}"/>
              </a:ext>
            </a:extLst>
          </p:cNvPr>
          <p:cNvGraphicFramePr>
            <a:graphicFrameLocks noGrp="1"/>
          </p:cNvGraphicFramePr>
          <p:nvPr>
            <p:ph sz="quarter" idx="4294967295"/>
          </p:nvPr>
        </p:nvGraphicFramePr>
        <p:xfrm>
          <a:off x="746662" y="1953785"/>
          <a:ext cx="10737946" cy="4884420"/>
        </p:xfrm>
        <a:graphic>
          <a:graphicData uri="http://schemas.openxmlformats.org/drawingml/2006/table">
            <a:tbl>
              <a:tblPr firstRow="1">
                <a:tableStyleId>{0E3FDE45-AF77-4B5C-9715-49D594BDF05E}</a:tableStyleId>
              </a:tblPr>
              <a:tblGrid>
                <a:gridCol w="485789">
                  <a:extLst>
                    <a:ext uri="{9D8B030D-6E8A-4147-A177-3AD203B41FA5}">
                      <a16:colId xmlns:a16="http://schemas.microsoft.com/office/drawing/2014/main" val="167267088"/>
                    </a:ext>
                  </a:extLst>
                </a:gridCol>
                <a:gridCol w="1060175">
                  <a:extLst>
                    <a:ext uri="{9D8B030D-6E8A-4147-A177-3AD203B41FA5}">
                      <a16:colId xmlns:a16="http://schemas.microsoft.com/office/drawing/2014/main" val="3665442288"/>
                    </a:ext>
                  </a:extLst>
                </a:gridCol>
                <a:gridCol w="1345096">
                  <a:extLst>
                    <a:ext uri="{9D8B030D-6E8A-4147-A177-3AD203B41FA5}">
                      <a16:colId xmlns:a16="http://schemas.microsoft.com/office/drawing/2014/main" val="3776053702"/>
                    </a:ext>
                  </a:extLst>
                </a:gridCol>
                <a:gridCol w="2249557">
                  <a:extLst>
                    <a:ext uri="{9D8B030D-6E8A-4147-A177-3AD203B41FA5}">
                      <a16:colId xmlns:a16="http://schemas.microsoft.com/office/drawing/2014/main" val="2962043257"/>
                    </a:ext>
                  </a:extLst>
                </a:gridCol>
                <a:gridCol w="2249557">
                  <a:extLst>
                    <a:ext uri="{9D8B030D-6E8A-4147-A177-3AD203B41FA5}">
                      <a16:colId xmlns:a16="http://schemas.microsoft.com/office/drawing/2014/main" val="2647803815"/>
                    </a:ext>
                  </a:extLst>
                </a:gridCol>
                <a:gridCol w="1673886">
                  <a:extLst>
                    <a:ext uri="{9D8B030D-6E8A-4147-A177-3AD203B41FA5}">
                      <a16:colId xmlns:a16="http://schemas.microsoft.com/office/drawing/2014/main" val="761079227"/>
                    </a:ext>
                  </a:extLst>
                </a:gridCol>
                <a:gridCol w="1673886">
                  <a:extLst>
                    <a:ext uri="{9D8B030D-6E8A-4147-A177-3AD203B41FA5}">
                      <a16:colId xmlns:a16="http://schemas.microsoft.com/office/drawing/2014/main" val="3303879782"/>
                    </a:ext>
                  </a:extLst>
                </a:gridCol>
              </a:tblGrid>
              <a:tr h="0">
                <a:tc>
                  <a:txBody>
                    <a:bodyPr/>
                    <a:lstStyle/>
                    <a:p>
                      <a:r>
                        <a:rPr lang="en-GB" sz="1050" dirty="0">
                          <a:solidFill>
                            <a:schemeClr val="accent3"/>
                          </a:solidFill>
                          <a:latin typeface="+mj-lt"/>
                        </a:rPr>
                        <a:t>Tier</a:t>
                      </a:r>
                    </a:p>
                  </a:txBody>
                  <a:tcPr>
                    <a:solidFill>
                      <a:schemeClr val="bg2"/>
                    </a:solidFill>
                  </a:tcPr>
                </a:tc>
                <a:tc>
                  <a:txBody>
                    <a:bodyPr/>
                    <a:lstStyle/>
                    <a:p>
                      <a:r>
                        <a:rPr lang="en-GB" sz="1050" dirty="0">
                          <a:solidFill>
                            <a:schemeClr val="accent3"/>
                          </a:solidFill>
                          <a:latin typeface="+mj-lt"/>
                        </a:rPr>
                        <a:t>Description</a:t>
                      </a:r>
                    </a:p>
                  </a:txBody>
                  <a:tcPr>
                    <a:solidFill>
                      <a:schemeClr val="bg2"/>
                    </a:solidFill>
                  </a:tcPr>
                </a:tc>
                <a:tc>
                  <a:txBody>
                    <a:bodyPr/>
                    <a:lstStyle/>
                    <a:p>
                      <a:r>
                        <a:rPr lang="en-GB" sz="1050" dirty="0">
                          <a:solidFill>
                            <a:schemeClr val="accent3"/>
                          </a:solidFill>
                          <a:latin typeface="+mj-lt"/>
                        </a:rPr>
                        <a:t>Purpose</a:t>
                      </a:r>
                    </a:p>
                  </a:txBody>
                  <a:tcPr>
                    <a:solidFill>
                      <a:schemeClr val="bg2"/>
                    </a:solidFill>
                  </a:tcPr>
                </a:tc>
                <a:tc>
                  <a:txBody>
                    <a:bodyPr/>
                    <a:lstStyle/>
                    <a:p>
                      <a:r>
                        <a:rPr lang="en-GB" sz="1050" dirty="0">
                          <a:solidFill>
                            <a:schemeClr val="accent3"/>
                          </a:solidFill>
                          <a:latin typeface="+mj-lt"/>
                        </a:rPr>
                        <a:t>Characteristics</a:t>
                      </a:r>
                    </a:p>
                  </a:txBody>
                  <a:tcPr>
                    <a:solidFill>
                      <a:schemeClr val="bg2"/>
                    </a:solidFill>
                  </a:tcPr>
                </a:tc>
                <a:tc>
                  <a:txBody>
                    <a:bodyPr/>
                    <a:lstStyle/>
                    <a:p>
                      <a:r>
                        <a:rPr lang="en-GB" sz="1050" dirty="0">
                          <a:solidFill>
                            <a:schemeClr val="accent3"/>
                          </a:solidFill>
                          <a:latin typeface="+mj-lt"/>
                        </a:rPr>
                        <a:t>Typical artefacts</a:t>
                      </a:r>
                    </a:p>
                  </a:txBody>
                  <a:tcPr>
                    <a:solidFill>
                      <a:schemeClr val="bg2"/>
                    </a:solidFill>
                  </a:tcPr>
                </a:tc>
                <a:tc>
                  <a:txBody>
                    <a:bodyPr/>
                    <a:lstStyle/>
                    <a:p>
                      <a:r>
                        <a:rPr lang="en-GB" sz="1050" dirty="0">
                          <a:solidFill>
                            <a:schemeClr val="accent3"/>
                          </a:solidFill>
                          <a:latin typeface="+mj-lt"/>
                        </a:rPr>
                        <a:t>AI behaviour</a:t>
                      </a:r>
                    </a:p>
                  </a:txBody>
                  <a:tcPr>
                    <a:solidFill>
                      <a:schemeClr val="bg2"/>
                    </a:solidFill>
                  </a:tcPr>
                </a:tc>
                <a:tc>
                  <a:txBody>
                    <a:bodyPr/>
                    <a:lstStyle/>
                    <a:p>
                      <a:r>
                        <a:rPr lang="en-GB" sz="1050" dirty="0">
                          <a:solidFill>
                            <a:schemeClr val="accent3"/>
                          </a:solidFill>
                          <a:latin typeface="+mj-lt"/>
                        </a:rPr>
                        <a:t>KM controls</a:t>
                      </a:r>
                    </a:p>
                  </a:txBody>
                  <a:tcPr>
                    <a:solidFill>
                      <a:schemeClr val="bg2"/>
                    </a:solidFill>
                  </a:tcPr>
                </a:tc>
                <a:extLst>
                  <a:ext uri="{0D108BD9-81ED-4DB2-BD59-A6C34878D82A}">
                    <a16:rowId xmlns:a16="http://schemas.microsoft.com/office/drawing/2014/main" val="810399306"/>
                  </a:ext>
                </a:extLst>
              </a:tr>
              <a:tr h="370840">
                <a:tc>
                  <a:txBody>
                    <a:bodyPr/>
                    <a:lstStyle/>
                    <a:p>
                      <a:r>
                        <a:rPr lang="en-GB" sz="1400" dirty="0">
                          <a:solidFill>
                            <a:schemeClr val="accent1"/>
                          </a:solidFill>
                          <a:latin typeface="+mj-lt"/>
                        </a:rPr>
                        <a:t>1</a:t>
                      </a:r>
                    </a:p>
                  </a:txBody>
                  <a:tcPr>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r>
                        <a:rPr lang="en-GB" sz="1000" dirty="0">
                          <a:solidFill>
                            <a:schemeClr val="accent1"/>
                          </a:solidFill>
                          <a:latin typeface="+mj-lt"/>
                        </a:rPr>
                        <a:t>Factual / reference</a:t>
                      </a:r>
                    </a:p>
                  </a:txBody>
                  <a:tcPr>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r>
                        <a:rPr lang="en-US" sz="1000" dirty="0">
                          <a:solidFill>
                            <a:schemeClr val="accent3"/>
                          </a:solidFill>
                          <a:latin typeface="+mj-lt"/>
                        </a:rPr>
                        <a:t>To provide stable, low‑ambiguity facts that AI can reuse safely and frequently.</a:t>
                      </a:r>
                      <a:endParaRPr lang="en-GB" sz="1000" dirty="0">
                        <a:solidFill>
                          <a:schemeClr val="accent3"/>
                        </a:solidFill>
                        <a:latin typeface="+mj-lt"/>
                      </a:endParaRPr>
                    </a:p>
                  </a:txBody>
                  <a:tcPr>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Objective, non‑interpretive</a:t>
                      </a:r>
                    </a:p>
                    <a:p>
                      <a:pPr marL="171450" indent="-171450">
                        <a:buClr>
                          <a:schemeClr val="accent2"/>
                        </a:buClr>
                        <a:buFont typeface="Wingdings" panose="05000000000000000000" pitchFamily="2" charset="2"/>
                        <a:buChar char="§"/>
                      </a:pPr>
                      <a:r>
                        <a:rPr lang="en-US" sz="1000" dirty="0">
                          <a:solidFill>
                            <a:schemeClr val="accent3"/>
                          </a:solidFill>
                          <a:latin typeface="+mj-lt"/>
                        </a:rPr>
                        <a:t>Changes infrequently, but must be current</a:t>
                      </a:r>
                    </a:p>
                    <a:p>
                      <a:pPr marL="171450" indent="-171450">
                        <a:buClr>
                          <a:schemeClr val="accent2"/>
                        </a:buClr>
                        <a:buFont typeface="Wingdings" panose="05000000000000000000" pitchFamily="2" charset="2"/>
                        <a:buChar char="§"/>
                      </a:pPr>
                      <a:r>
                        <a:rPr lang="en-US" sz="1000" dirty="0">
                          <a:solidFill>
                            <a:schemeClr val="accent3"/>
                          </a:solidFill>
                          <a:latin typeface="+mj-lt"/>
                        </a:rPr>
                        <a:t>Lowest risk if wrong, highest reuse volume</a:t>
                      </a:r>
                      <a:endParaRPr lang="en-GB" sz="1000" dirty="0">
                        <a:solidFill>
                          <a:schemeClr val="accent3"/>
                        </a:solidFill>
                        <a:latin typeface="+mj-lt"/>
                      </a:endParaRPr>
                    </a:p>
                  </a:txBody>
                  <a:tcPr>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Definitions and glossaries</a:t>
                      </a:r>
                    </a:p>
                    <a:p>
                      <a:pPr marL="171450" indent="-171450">
                        <a:buClr>
                          <a:schemeClr val="accent2"/>
                        </a:buClr>
                        <a:buFont typeface="Wingdings" panose="05000000000000000000" pitchFamily="2" charset="2"/>
                        <a:buChar char="§"/>
                      </a:pPr>
                      <a:r>
                        <a:rPr lang="en-US" sz="1000" dirty="0">
                          <a:solidFill>
                            <a:schemeClr val="accent3"/>
                          </a:solidFill>
                          <a:latin typeface="+mj-lt"/>
                        </a:rPr>
                        <a:t>Acronyms and terminology</a:t>
                      </a:r>
                    </a:p>
                    <a:p>
                      <a:pPr marL="171450" indent="-171450">
                        <a:buClr>
                          <a:schemeClr val="accent2"/>
                        </a:buClr>
                        <a:buFont typeface="Wingdings" panose="05000000000000000000" pitchFamily="2" charset="2"/>
                        <a:buChar char="§"/>
                      </a:pPr>
                      <a:r>
                        <a:rPr lang="en-US" sz="1000" dirty="0">
                          <a:solidFill>
                            <a:schemeClr val="accent3"/>
                          </a:solidFill>
                          <a:latin typeface="+mj-lt"/>
                        </a:rPr>
                        <a:t>Organisational facts</a:t>
                      </a:r>
                    </a:p>
                    <a:p>
                      <a:pPr marL="171450" indent="-171450">
                        <a:buClr>
                          <a:schemeClr val="accent2"/>
                        </a:buClr>
                        <a:buFont typeface="Wingdings" panose="05000000000000000000" pitchFamily="2" charset="2"/>
                        <a:buChar char="§"/>
                      </a:pPr>
                      <a:r>
                        <a:rPr lang="en-US" sz="1000" dirty="0">
                          <a:solidFill>
                            <a:schemeClr val="accent3"/>
                          </a:solidFill>
                          <a:latin typeface="+mj-lt"/>
                        </a:rPr>
                        <a:t>Product or service facts</a:t>
                      </a:r>
                    </a:p>
                    <a:p>
                      <a:pPr marL="171450" indent="-171450">
                        <a:buClr>
                          <a:schemeClr val="accent2"/>
                        </a:buClr>
                        <a:buFont typeface="Wingdings" panose="05000000000000000000" pitchFamily="2" charset="2"/>
                        <a:buChar char="§"/>
                      </a:pPr>
                      <a:r>
                        <a:rPr lang="en-US" sz="1000" dirty="0">
                          <a:solidFill>
                            <a:schemeClr val="accent3"/>
                          </a:solidFill>
                          <a:latin typeface="+mj-lt"/>
                        </a:rPr>
                        <a:t>Contact details, locations</a:t>
                      </a:r>
                    </a:p>
                    <a:p>
                      <a:pPr marL="171450" indent="-171450">
                        <a:buClr>
                          <a:schemeClr val="accent2"/>
                        </a:buClr>
                        <a:buFont typeface="Wingdings" panose="05000000000000000000" pitchFamily="2" charset="2"/>
                        <a:buChar char="§"/>
                      </a:pPr>
                      <a:r>
                        <a:rPr lang="en-US" sz="1000" dirty="0">
                          <a:solidFill>
                            <a:schemeClr val="accent3"/>
                          </a:solidFill>
                          <a:latin typeface="+mj-lt"/>
                        </a:rPr>
                        <a:t>Controlled vocabularies / taxonomies</a:t>
                      </a:r>
                      <a:endParaRPr lang="en-GB" sz="1000" dirty="0">
                        <a:solidFill>
                          <a:schemeClr val="accent3"/>
                        </a:solidFill>
                        <a:latin typeface="+mj-lt"/>
                      </a:endParaRPr>
                    </a:p>
                  </a:txBody>
                  <a:tcPr>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Heavily reused</a:t>
                      </a:r>
                    </a:p>
                    <a:p>
                      <a:pPr marL="171450" indent="-171450">
                        <a:buClr>
                          <a:schemeClr val="accent2"/>
                        </a:buClr>
                        <a:buFont typeface="Wingdings" panose="05000000000000000000" pitchFamily="2" charset="2"/>
                        <a:buChar char="§"/>
                      </a:pPr>
                      <a:r>
                        <a:rPr lang="en-US" sz="1000" dirty="0">
                          <a:solidFill>
                            <a:schemeClr val="accent3"/>
                          </a:solidFill>
                          <a:latin typeface="+mj-lt"/>
                        </a:rPr>
                        <a:t>Often embedded directly in answers</a:t>
                      </a:r>
                    </a:p>
                    <a:p>
                      <a:pPr marL="171450" indent="-171450">
                        <a:buClr>
                          <a:schemeClr val="accent2"/>
                        </a:buClr>
                        <a:buFont typeface="Wingdings" panose="05000000000000000000" pitchFamily="2" charset="2"/>
                        <a:buChar char="§"/>
                      </a:pPr>
                      <a:r>
                        <a:rPr lang="en-US" sz="1000" dirty="0">
                          <a:solidFill>
                            <a:schemeClr val="accent3"/>
                          </a:solidFill>
                          <a:latin typeface="+mj-lt"/>
                        </a:rPr>
                        <a:t>Rarely cited explicitly</a:t>
                      </a:r>
                      <a:endParaRPr lang="en-GB" sz="1000" dirty="0">
                        <a:solidFill>
                          <a:schemeClr val="accent3"/>
                        </a:solidFill>
                        <a:latin typeface="+mj-lt"/>
                      </a:endParaRPr>
                    </a:p>
                  </a:txBody>
                  <a:tcPr>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Strong ownership</a:t>
                      </a:r>
                    </a:p>
                    <a:p>
                      <a:pPr marL="171450" indent="-171450">
                        <a:buClr>
                          <a:schemeClr val="accent2"/>
                        </a:buClr>
                        <a:buFont typeface="Wingdings" panose="05000000000000000000" pitchFamily="2" charset="2"/>
                        <a:buChar char="§"/>
                      </a:pPr>
                      <a:r>
                        <a:rPr lang="en-US" sz="1000" dirty="0">
                          <a:solidFill>
                            <a:schemeClr val="accent3"/>
                          </a:solidFill>
                          <a:latin typeface="+mj-lt"/>
                        </a:rPr>
                        <a:t>Strict version control</a:t>
                      </a:r>
                    </a:p>
                    <a:p>
                      <a:pPr marL="171450" indent="-171450">
                        <a:buClr>
                          <a:schemeClr val="accent2"/>
                        </a:buClr>
                        <a:buFont typeface="Wingdings" panose="05000000000000000000" pitchFamily="2" charset="2"/>
                        <a:buChar char="§"/>
                      </a:pPr>
                      <a:r>
                        <a:rPr lang="en-US" sz="1000" dirty="0">
                          <a:solidFill>
                            <a:schemeClr val="accent3"/>
                          </a:solidFill>
                          <a:latin typeface="+mj-lt"/>
                        </a:rPr>
                        <a:t>Clear “single source” designation</a:t>
                      </a:r>
                      <a:endParaRPr lang="en-GB" sz="1000" dirty="0">
                        <a:solidFill>
                          <a:schemeClr val="accent3"/>
                        </a:solidFill>
                        <a:latin typeface="+mj-lt"/>
                      </a:endParaRPr>
                    </a:p>
                  </a:txBody>
                  <a:tcPr>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363008628"/>
                  </a:ext>
                </a:extLst>
              </a:tr>
              <a:tr h="370840">
                <a:tc>
                  <a:txBody>
                    <a:bodyPr/>
                    <a:lstStyle/>
                    <a:p>
                      <a:r>
                        <a:rPr lang="en-GB" sz="1400" dirty="0">
                          <a:solidFill>
                            <a:schemeClr val="accent1"/>
                          </a:solidFill>
                          <a:latin typeface="+mj-lt"/>
                        </a:rPr>
                        <a:t>2</a:t>
                      </a: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r>
                        <a:rPr lang="en-GB" sz="1000" dirty="0">
                          <a:solidFill>
                            <a:schemeClr val="accent1"/>
                          </a:solidFill>
                          <a:latin typeface="+mj-lt"/>
                        </a:rPr>
                        <a:t>Operational / procedural</a:t>
                      </a: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r>
                        <a:rPr lang="en-US" sz="1000" dirty="0">
                          <a:solidFill>
                            <a:schemeClr val="accent3"/>
                          </a:solidFill>
                          <a:latin typeface="+mj-lt"/>
                        </a:rPr>
                        <a:t>To guide consistent execution of work.</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Instructional, repeatable</a:t>
                      </a:r>
                    </a:p>
                    <a:p>
                      <a:pPr marL="171450" indent="-171450">
                        <a:buClr>
                          <a:schemeClr val="accent2"/>
                        </a:buClr>
                        <a:buFont typeface="Wingdings" panose="05000000000000000000" pitchFamily="2" charset="2"/>
                        <a:buChar char="§"/>
                      </a:pPr>
                      <a:r>
                        <a:rPr lang="en-US" sz="1000" dirty="0">
                          <a:solidFill>
                            <a:schemeClr val="accent3"/>
                          </a:solidFill>
                          <a:latin typeface="+mj-lt"/>
                        </a:rPr>
                        <a:t>Role‑ and context‑dependent</a:t>
                      </a:r>
                    </a:p>
                    <a:p>
                      <a:pPr marL="171450" indent="-171450">
                        <a:buClr>
                          <a:schemeClr val="accent2"/>
                        </a:buClr>
                        <a:buFont typeface="Wingdings" panose="05000000000000000000" pitchFamily="2" charset="2"/>
                        <a:buChar char="§"/>
                      </a:pPr>
                      <a:r>
                        <a:rPr lang="en-US" sz="1000" dirty="0">
                          <a:solidFill>
                            <a:schemeClr val="accent3"/>
                          </a:solidFill>
                          <a:latin typeface="+mj-lt"/>
                        </a:rPr>
                        <a:t>Moderate risk if outdated or misapplied</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Policies </a:t>
                      </a:r>
                    </a:p>
                    <a:p>
                      <a:pPr marL="171450" indent="-171450">
                        <a:buClr>
                          <a:schemeClr val="accent2"/>
                        </a:buClr>
                        <a:buFont typeface="Wingdings" panose="05000000000000000000" pitchFamily="2" charset="2"/>
                        <a:buChar char="§"/>
                      </a:pPr>
                      <a:r>
                        <a:rPr lang="en-US" sz="1000" dirty="0">
                          <a:solidFill>
                            <a:schemeClr val="accent3"/>
                          </a:solidFill>
                          <a:latin typeface="+mj-lt"/>
                        </a:rPr>
                        <a:t>Procedures &amp; SOPs</a:t>
                      </a:r>
                    </a:p>
                    <a:p>
                      <a:pPr marL="171450" indent="-171450">
                        <a:buClr>
                          <a:schemeClr val="accent2"/>
                        </a:buClr>
                        <a:buFont typeface="Wingdings" panose="05000000000000000000" pitchFamily="2" charset="2"/>
                        <a:buChar char="§"/>
                      </a:pPr>
                      <a:r>
                        <a:rPr lang="en-US" sz="1000" dirty="0">
                          <a:solidFill>
                            <a:schemeClr val="accent3"/>
                          </a:solidFill>
                          <a:latin typeface="+mj-lt"/>
                        </a:rPr>
                        <a:t>Process maps and playbooks</a:t>
                      </a:r>
                    </a:p>
                    <a:p>
                      <a:pPr marL="171450" indent="-171450">
                        <a:buClr>
                          <a:schemeClr val="accent2"/>
                        </a:buClr>
                        <a:buFont typeface="Wingdings" panose="05000000000000000000" pitchFamily="2" charset="2"/>
                        <a:buChar char="§"/>
                      </a:pPr>
                      <a:r>
                        <a:rPr lang="en-US" sz="1000" dirty="0">
                          <a:solidFill>
                            <a:schemeClr val="accent3"/>
                          </a:solidFill>
                          <a:latin typeface="+mj-lt"/>
                        </a:rPr>
                        <a:t>How‑to guides</a:t>
                      </a:r>
                    </a:p>
                    <a:p>
                      <a:pPr marL="171450" indent="-171450">
                        <a:buClr>
                          <a:schemeClr val="accent2"/>
                        </a:buClr>
                        <a:buFont typeface="Wingdings" panose="05000000000000000000" pitchFamily="2" charset="2"/>
                        <a:buChar char="§"/>
                      </a:pPr>
                      <a:r>
                        <a:rPr lang="en-US" sz="1000" dirty="0">
                          <a:solidFill>
                            <a:schemeClr val="accent3"/>
                          </a:solidFill>
                          <a:latin typeface="+mj-lt"/>
                        </a:rPr>
                        <a:t>Checklists and templates</a:t>
                      </a:r>
                    </a:p>
                    <a:p>
                      <a:pPr marL="171450" indent="-171450">
                        <a:buClr>
                          <a:schemeClr val="accent2"/>
                        </a:buClr>
                        <a:buFont typeface="Wingdings" panose="05000000000000000000" pitchFamily="2" charset="2"/>
                        <a:buChar char="§"/>
                      </a:pPr>
                      <a:r>
                        <a:rPr lang="en-US" sz="1000" dirty="0">
                          <a:solidFill>
                            <a:schemeClr val="accent3"/>
                          </a:solidFill>
                          <a:latin typeface="+mj-lt"/>
                        </a:rPr>
                        <a:t>Service desk knowledge articles</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err="1">
                          <a:solidFill>
                            <a:schemeClr val="accent3"/>
                          </a:solidFill>
                          <a:latin typeface="+mj-lt"/>
                        </a:rPr>
                        <a:t>Summarised</a:t>
                      </a:r>
                      <a:r>
                        <a:rPr lang="en-US" sz="1000" dirty="0">
                          <a:solidFill>
                            <a:schemeClr val="accent3"/>
                          </a:solidFill>
                          <a:latin typeface="+mj-lt"/>
                        </a:rPr>
                        <a:t> and step‑sequenced</a:t>
                      </a:r>
                    </a:p>
                    <a:p>
                      <a:pPr marL="171450" indent="-171450">
                        <a:buClr>
                          <a:schemeClr val="accent2"/>
                        </a:buClr>
                        <a:buFont typeface="Wingdings" panose="05000000000000000000" pitchFamily="2" charset="2"/>
                        <a:buChar char="§"/>
                      </a:pPr>
                      <a:r>
                        <a:rPr lang="en-US" sz="1000" dirty="0">
                          <a:solidFill>
                            <a:schemeClr val="accent3"/>
                          </a:solidFill>
                          <a:latin typeface="+mj-lt"/>
                        </a:rPr>
                        <a:t>Compared across sources</a:t>
                      </a:r>
                    </a:p>
                    <a:p>
                      <a:pPr marL="171450" indent="-171450">
                        <a:buClr>
                          <a:schemeClr val="accent2"/>
                        </a:buClr>
                        <a:buFont typeface="Wingdings" panose="05000000000000000000" pitchFamily="2" charset="2"/>
                        <a:buChar char="§"/>
                      </a:pPr>
                      <a:r>
                        <a:rPr lang="en-US" sz="1000" dirty="0">
                          <a:solidFill>
                            <a:schemeClr val="accent3"/>
                          </a:solidFill>
                          <a:latin typeface="+mj-lt"/>
                        </a:rPr>
                        <a:t>Frequently cited</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Review SLAs</a:t>
                      </a:r>
                    </a:p>
                    <a:p>
                      <a:pPr marL="171450" indent="-171450">
                        <a:buClr>
                          <a:schemeClr val="accent2"/>
                        </a:buClr>
                        <a:buFont typeface="Wingdings" panose="05000000000000000000" pitchFamily="2" charset="2"/>
                        <a:buChar char="§"/>
                      </a:pPr>
                      <a:r>
                        <a:rPr lang="en-US" sz="1000" dirty="0">
                          <a:solidFill>
                            <a:schemeClr val="accent3"/>
                          </a:solidFill>
                          <a:latin typeface="+mj-lt"/>
                        </a:rPr>
                        <a:t>Clear applicability and audience</a:t>
                      </a:r>
                    </a:p>
                    <a:p>
                      <a:pPr marL="171450" indent="-171450">
                        <a:buClr>
                          <a:schemeClr val="accent2"/>
                        </a:buClr>
                        <a:buFont typeface="Wingdings" panose="05000000000000000000" pitchFamily="2" charset="2"/>
                        <a:buChar char="§"/>
                      </a:pPr>
                      <a:r>
                        <a:rPr lang="en-US" sz="1000" dirty="0">
                          <a:solidFill>
                            <a:schemeClr val="accent3"/>
                          </a:solidFill>
                          <a:latin typeface="+mj-lt"/>
                        </a:rPr>
                        <a:t>De‑duplication across sites</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547875830"/>
                  </a:ext>
                </a:extLst>
              </a:tr>
              <a:tr h="370840">
                <a:tc>
                  <a:txBody>
                    <a:bodyPr/>
                    <a:lstStyle/>
                    <a:p>
                      <a:r>
                        <a:rPr lang="en-GB" sz="1400" dirty="0">
                          <a:solidFill>
                            <a:schemeClr val="accent1"/>
                          </a:solidFill>
                          <a:latin typeface="+mj-lt"/>
                        </a:rPr>
                        <a:t>3</a:t>
                      </a: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r>
                        <a:rPr lang="en-GB" sz="1000" dirty="0">
                          <a:solidFill>
                            <a:schemeClr val="accent1"/>
                          </a:solidFill>
                          <a:latin typeface="+mj-lt"/>
                        </a:rPr>
                        <a:t>Authoritative / governing </a:t>
                      </a: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r>
                        <a:rPr lang="en-US" sz="1000" dirty="0">
                          <a:solidFill>
                            <a:schemeClr val="accent3"/>
                          </a:solidFill>
                          <a:latin typeface="+mj-lt"/>
                        </a:rPr>
                        <a:t>To establish organisational truth, intent, and authority.</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Normative (sets direction or rules)</a:t>
                      </a:r>
                    </a:p>
                    <a:p>
                      <a:pPr marL="171450" indent="-171450">
                        <a:buClr>
                          <a:schemeClr val="accent2"/>
                        </a:buClr>
                        <a:buFont typeface="Wingdings" panose="05000000000000000000" pitchFamily="2" charset="2"/>
                        <a:buChar char="§"/>
                      </a:pPr>
                      <a:r>
                        <a:rPr lang="en-US" sz="1000" dirty="0">
                          <a:solidFill>
                            <a:schemeClr val="accent3"/>
                          </a:solidFill>
                          <a:latin typeface="+mj-lt"/>
                        </a:rPr>
                        <a:t>Approved by accountable owners</a:t>
                      </a:r>
                    </a:p>
                    <a:p>
                      <a:pPr marL="171450" indent="-171450">
                        <a:buClr>
                          <a:schemeClr val="accent2"/>
                        </a:buClr>
                        <a:buFont typeface="Wingdings" panose="05000000000000000000" pitchFamily="2" charset="2"/>
                        <a:buChar char="§"/>
                      </a:pPr>
                      <a:r>
                        <a:rPr lang="en-US" sz="1000" dirty="0">
                          <a:solidFill>
                            <a:schemeClr val="accent3"/>
                          </a:solidFill>
                          <a:latin typeface="+mj-lt"/>
                        </a:rPr>
                        <a:t>High risk if misrepresented</a:t>
                      </a:r>
                    </a:p>
                    <a:p>
                      <a:pPr marL="171450" indent="-171450">
                        <a:buClr>
                          <a:schemeClr val="accent2"/>
                        </a:buClr>
                        <a:buFont typeface="Wingdings" panose="05000000000000000000" pitchFamily="2" charset="2"/>
                        <a:buChar char="§"/>
                      </a:pPr>
                      <a:r>
                        <a:rPr lang="en-US" sz="1000" dirty="0">
                          <a:solidFill>
                            <a:schemeClr val="accent3"/>
                          </a:solidFill>
                          <a:latin typeface="+mj-lt"/>
                        </a:rPr>
                        <a:t>Must override other sources</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Corporate policies</a:t>
                      </a:r>
                    </a:p>
                    <a:p>
                      <a:pPr marL="171450" indent="-171450">
                        <a:buClr>
                          <a:schemeClr val="accent2"/>
                        </a:buClr>
                        <a:buFont typeface="Wingdings" panose="05000000000000000000" pitchFamily="2" charset="2"/>
                        <a:buChar char="§"/>
                      </a:pPr>
                      <a:r>
                        <a:rPr lang="en-US" sz="1000" dirty="0">
                          <a:solidFill>
                            <a:schemeClr val="accent3"/>
                          </a:solidFill>
                          <a:latin typeface="+mj-lt"/>
                        </a:rPr>
                        <a:t>Standards and controls</a:t>
                      </a:r>
                    </a:p>
                    <a:p>
                      <a:pPr marL="171450" indent="-171450">
                        <a:buClr>
                          <a:schemeClr val="accent2"/>
                        </a:buClr>
                        <a:buFont typeface="Wingdings" panose="05000000000000000000" pitchFamily="2" charset="2"/>
                        <a:buChar char="§"/>
                      </a:pPr>
                      <a:r>
                        <a:rPr lang="en-US" sz="1000" dirty="0">
                          <a:solidFill>
                            <a:schemeClr val="accent3"/>
                          </a:solidFill>
                          <a:latin typeface="+mj-lt"/>
                        </a:rPr>
                        <a:t>Official guidance notes</a:t>
                      </a:r>
                    </a:p>
                    <a:p>
                      <a:pPr marL="171450" indent="-171450">
                        <a:buClr>
                          <a:schemeClr val="accent2"/>
                        </a:buClr>
                        <a:buFont typeface="Wingdings" panose="05000000000000000000" pitchFamily="2" charset="2"/>
                        <a:buChar char="§"/>
                      </a:pPr>
                      <a:r>
                        <a:rPr lang="en-US" sz="1000" dirty="0">
                          <a:solidFill>
                            <a:schemeClr val="accent3"/>
                          </a:solidFill>
                          <a:latin typeface="+mj-lt"/>
                        </a:rPr>
                        <a:t>Approved FAQs and interpretations</a:t>
                      </a:r>
                    </a:p>
                    <a:p>
                      <a:pPr marL="171450" indent="-171450">
                        <a:buClr>
                          <a:schemeClr val="accent2"/>
                        </a:buClr>
                        <a:buFont typeface="Wingdings" panose="05000000000000000000" pitchFamily="2" charset="2"/>
                        <a:buChar char="§"/>
                      </a:pPr>
                      <a:r>
                        <a:rPr lang="en-US" sz="1000" dirty="0">
                          <a:solidFill>
                            <a:schemeClr val="accent3"/>
                          </a:solidFill>
                          <a:latin typeface="+mj-lt"/>
                        </a:rPr>
                        <a:t>Position papers</a:t>
                      </a:r>
                    </a:p>
                    <a:p>
                      <a:pPr marL="171450" indent="-171450">
                        <a:buClr>
                          <a:schemeClr val="accent2"/>
                        </a:buClr>
                        <a:buFont typeface="Wingdings" panose="05000000000000000000" pitchFamily="2" charset="2"/>
                        <a:buChar char="§"/>
                      </a:pPr>
                      <a:r>
                        <a:rPr lang="en-US" sz="1000" dirty="0">
                          <a:solidFill>
                            <a:schemeClr val="accent3"/>
                          </a:solidFill>
                          <a:latin typeface="+mj-lt"/>
                        </a:rPr>
                        <a:t>Risk statements</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Cited explicitly</a:t>
                      </a:r>
                    </a:p>
                    <a:p>
                      <a:pPr marL="171450" indent="-171450">
                        <a:buClr>
                          <a:schemeClr val="accent2"/>
                        </a:buClr>
                        <a:buFont typeface="Wingdings" panose="05000000000000000000" pitchFamily="2" charset="2"/>
                        <a:buChar char="§"/>
                      </a:pPr>
                      <a:r>
                        <a:rPr lang="en-US" sz="1000" dirty="0">
                          <a:solidFill>
                            <a:schemeClr val="accent3"/>
                          </a:solidFill>
                          <a:latin typeface="+mj-lt"/>
                        </a:rPr>
                        <a:t>Used to resolve contradictions</a:t>
                      </a:r>
                    </a:p>
                    <a:p>
                      <a:pPr marL="171450" indent="-171450">
                        <a:buClr>
                          <a:schemeClr val="accent2"/>
                        </a:buClr>
                        <a:buFont typeface="Wingdings" panose="05000000000000000000" pitchFamily="2" charset="2"/>
                        <a:buChar char="§"/>
                      </a:pPr>
                      <a:r>
                        <a:rPr lang="en-US" sz="1000" dirty="0">
                          <a:solidFill>
                            <a:schemeClr val="accent3"/>
                          </a:solidFill>
                          <a:latin typeface="+mj-lt"/>
                        </a:rPr>
                        <a:t>Weighted more heavily than Tier 1 or 2</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Authoritative source flag</a:t>
                      </a:r>
                    </a:p>
                    <a:p>
                      <a:pPr marL="171450" indent="-171450">
                        <a:buClr>
                          <a:schemeClr val="accent2"/>
                        </a:buClr>
                        <a:buFont typeface="Wingdings" panose="05000000000000000000" pitchFamily="2" charset="2"/>
                        <a:buChar char="§"/>
                      </a:pPr>
                      <a:r>
                        <a:rPr lang="en-US" sz="1000" dirty="0">
                          <a:solidFill>
                            <a:schemeClr val="accent3"/>
                          </a:solidFill>
                          <a:latin typeface="+mj-lt"/>
                        </a:rPr>
                        <a:t>Editorial ownership: Insight Editors (with accountable business owners)</a:t>
                      </a:r>
                    </a:p>
                    <a:p>
                      <a:pPr marL="171450" indent="-171450">
                        <a:buClr>
                          <a:schemeClr val="accent2"/>
                        </a:buClr>
                        <a:buFont typeface="Wingdings" panose="05000000000000000000" pitchFamily="2" charset="2"/>
                        <a:buChar char="§"/>
                      </a:pPr>
                      <a:r>
                        <a:rPr lang="en-US" sz="1000" dirty="0">
                          <a:solidFill>
                            <a:schemeClr val="accent3"/>
                          </a:solidFill>
                          <a:latin typeface="+mj-lt"/>
                        </a:rPr>
                        <a:t>Strong deprecation logic</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29135892"/>
                  </a:ext>
                </a:extLst>
              </a:tr>
              <a:tr h="370840">
                <a:tc>
                  <a:txBody>
                    <a:bodyPr/>
                    <a:lstStyle/>
                    <a:p>
                      <a:r>
                        <a:rPr lang="en-GB" sz="1400" dirty="0">
                          <a:solidFill>
                            <a:schemeClr val="accent1"/>
                          </a:solidFill>
                          <a:latin typeface="+mj-lt"/>
                        </a:rPr>
                        <a:t>4</a:t>
                      </a:r>
                    </a:p>
                  </a:txBody>
                  <a:tcPr>
                    <a:lnT w="12700" cap="flat" cmpd="sng" algn="ctr">
                      <a:solidFill>
                        <a:schemeClr val="bg2">
                          <a:lumMod val="90000"/>
                        </a:schemeClr>
                      </a:solidFill>
                      <a:prstDash val="solid"/>
                      <a:round/>
                      <a:headEnd type="none" w="med" len="med"/>
                      <a:tailEnd type="none" w="med" len="med"/>
                    </a:lnT>
                    <a:solidFill>
                      <a:schemeClr val="bg2"/>
                    </a:solidFill>
                  </a:tcPr>
                </a:tc>
                <a:tc>
                  <a:txBody>
                    <a:bodyPr/>
                    <a:lstStyle/>
                    <a:p>
                      <a:r>
                        <a:rPr lang="en-GB" sz="1000" dirty="0">
                          <a:solidFill>
                            <a:schemeClr val="accent1"/>
                          </a:solidFill>
                          <a:latin typeface="+mj-lt"/>
                        </a:rPr>
                        <a:t>Strategic / interpretive</a:t>
                      </a:r>
                    </a:p>
                  </a:txBody>
                  <a:tcPr>
                    <a:lnT w="12700" cap="flat" cmpd="sng" algn="ctr">
                      <a:solidFill>
                        <a:schemeClr val="bg2">
                          <a:lumMod val="90000"/>
                        </a:schemeClr>
                      </a:solidFill>
                      <a:prstDash val="solid"/>
                      <a:round/>
                      <a:headEnd type="none" w="med" len="med"/>
                      <a:tailEnd type="none" w="med" len="med"/>
                    </a:lnT>
                    <a:solidFill>
                      <a:schemeClr val="bg2"/>
                    </a:solidFill>
                  </a:tcPr>
                </a:tc>
                <a:tc>
                  <a:txBody>
                    <a:bodyPr/>
                    <a:lstStyle/>
                    <a:p>
                      <a:r>
                        <a:rPr lang="en-US" sz="1000" dirty="0">
                          <a:solidFill>
                            <a:schemeClr val="accent3"/>
                          </a:solidFill>
                          <a:latin typeface="+mj-lt"/>
                        </a:rPr>
                        <a:t>To support judgement, decision‑making, and insight.</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Contextual, interpretive</a:t>
                      </a:r>
                    </a:p>
                    <a:p>
                      <a:pPr marL="171450" indent="-171450">
                        <a:buClr>
                          <a:schemeClr val="accent2"/>
                        </a:buClr>
                        <a:buFont typeface="Wingdings" panose="05000000000000000000" pitchFamily="2" charset="2"/>
                        <a:buChar char="§"/>
                      </a:pPr>
                      <a:r>
                        <a:rPr lang="en-US" sz="1000" dirty="0">
                          <a:solidFill>
                            <a:schemeClr val="accent3"/>
                          </a:solidFill>
                          <a:latin typeface="+mj-lt"/>
                        </a:rPr>
                        <a:t>Often time‑bound</a:t>
                      </a:r>
                    </a:p>
                    <a:p>
                      <a:pPr marL="171450" indent="-171450">
                        <a:buClr>
                          <a:schemeClr val="accent2"/>
                        </a:buClr>
                        <a:buFont typeface="Wingdings" panose="05000000000000000000" pitchFamily="2" charset="2"/>
                        <a:buChar char="§"/>
                      </a:pPr>
                      <a:r>
                        <a:rPr lang="en-US" sz="1000" dirty="0">
                          <a:solidFill>
                            <a:schemeClr val="accent3"/>
                          </a:solidFill>
                          <a:latin typeface="+mj-lt"/>
                        </a:rPr>
                        <a:t>Highest risk if misunderstood</a:t>
                      </a:r>
                    </a:p>
                    <a:p>
                      <a:pPr marL="171450" indent="-171450">
                        <a:buClr>
                          <a:schemeClr val="accent2"/>
                        </a:buClr>
                        <a:buFont typeface="Wingdings" panose="05000000000000000000" pitchFamily="2" charset="2"/>
                        <a:buChar char="§"/>
                      </a:pPr>
                      <a:r>
                        <a:rPr lang="en-US" sz="1000" dirty="0">
                          <a:solidFill>
                            <a:schemeClr val="accent3"/>
                          </a:solidFill>
                          <a:latin typeface="+mj-lt"/>
                        </a:rPr>
                        <a:t>Not suitable for generic re-use</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Strategy documents</a:t>
                      </a:r>
                    </a:p>
                    <a:p>
                      <a:pPr marL="171450" indent="-171450">
                        <a:buClr>
                          <a:schemeClr val="accent2"/>
                        </a:buClr>
                        <a:buFont typeface="Wingdings" panose="05000000000000000000" pitchFamily="2" charset="2"/>
                        <a:buChar char="§"/>
                      </a:pPr>
                      <a:r>
                        <a:rPr lang="en-US" sz="1000" dirty="0">
                          <a:solidFill>
                            <a:schemeClr val="accent3"/>
                          </a:solidFill>
                          <a:latin typeface="+mj-lt"/>
                        </a:rPr>
                        <a:t>Executive briefs</a:t>
                      </a:r>
                    </a:p>
                    <a:p>
                      <a:pPr marL="171450" indent="-171450">
                        <a:buClr>
                          <a:schemeClr val="accent2"/>
                        </a:buClr>
                        <a:buFont typeface="Wingdings" panose="05000000000000000000" pitchFamily="2" charset="2"/>
                        <a:buChar char="§"/>
                      </a:pPr>
                      <a:r>
                        <a:rPr lang="en-US" sz="1000" dirty="0">
                          <a:solidFill>
                            <a:schemeClr val="accent3"/>
                          </a:solidFill>
                          <a:latin typeface="+mj-lt"/>
                        </a:rPr>
                        <a:t>Board papers</a:t>
                      </a:r>
                    </a:p>
                    <a:p>
                      <a:pPr marL="171450" indent="-171450">
                        <a:buClr>
                          <a:schemeClr val="accent2"/>
                        </a:buClr>
                        <a:buFont typeface="Wingdings" panose="05000000000000000000" pitchFamily="2" charset="2"/>
                        <a:buChar char="§"/>
                      </a:pPr>
                      <a:r>
                        <a:rPr lang="en-US" sz="1000" dirty="0">
                          <a:solidFill>
                            <a:schemeClr val="accent3"/>
                          </a:solidFill>
                          <a:latin typeface="+mj-lt"/>
                        </a:rPr>
                        <a:t>Lessons learned</a:t>
                      </a:r>
                    </a:p>
                    <a:p>
                      <a:pPr marL="171450" indent="-171450">
                        <a:buClr>
                          <a:schemeClr val="accent2"/>
                        </a:buClr>
                        <a:buFont typeface="Wingdings" panose="05000000000000000000" pitchFamily="2" charset="2"/>
                        <a:buChar char="§"/>
                      </a:pPr>
                      <a:r>
                        <a:rPr lang="en-US" sz="1000" dirty="0">
                          <a:solidFill>
                            <a:schemeClr val="accent3"/>
                          </a:solidFill>
                          <a:latin typeface="+mj-lt"/>
                        </a:rPr>
                        <a:t>Insights, viewpoints, thought leadership</a:t>
                      </a:r>
                    </a:p>
                    <a:p>
                      <a:pPr marL="171450" indent="-171450">
                        <a:buClr>
                          <a:schemeClr val="accent2"/>
                        </a:buClr>
                        <a:buFont typeface="Wingdings" panose="05000000000000000000" pitchFamily="2" charset="2"/>
                        <a:buChar char="§"/>
                      </a:pPr>
                      <a:r>
                        <a:rPr lang="en-US" sz="1000" dirty="0">
                          <a:solidFill>
                            <a:schemeClr val="accent3"/>
                          </a:solidFill>
                          <a:latin typeface="+mj-lt"/>
                        </a:rPr>
                        <a:t>Post‑incident reviews</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solidFill>
                      <a:schemeClr val="bg2"/>
                    </a:solidFill>
                  </a:tcPr>
                </a:tc>
                <a:tc>
                  <a:txBody>
                    <a:bodyPr/>
                    <a:lstStyle/>
                    <a:p>
                      <a:pPr marL="171450" indent="-171450">
                        <a:buClr>
                          <a:schemeClr val="accent2"/>
                        </a:buClr>
                        <a:buFont typeface="Wingdings" panose="05000000000000000000" pitchFamily="2" charset="2"/>
                        <a:buChar char="§"/>
                      </a:pPr>
                      <a:r>
                        <a:rPr lang="en-US" sz="1000" dirty="0" err="1">
                          <a:solidFill>
                            <a:schemeClr val="accent3"/>
                          </a:solidFill>
                          <a:latin typeface="+mj-lt"/>
                        </a:rPr>
                        <a:t>Summarised</a:t>
                      </a:r>
                      <a:r>
                        <a:rPr lang="en-US" sz="1000" dirty="0">
                          <a:solidFill>
                            <a:schemeClr val="accent3"/>
                          </a:solidFill>
                          <a:latin typeface="+mj-lt"/>
                        </a:rPr>
                        <a:t> cautiously</a:t>
                      </a:r>
                    </a:p>
                    <a:p>
                      <a:pPr marL="171450" indent="-171450">
                        <a:buClr>
                          <a:schemeClr val="accent2"/>
                        </a:buClr>
                        <a:buFont typeface="Wingdings" panose="05000000000000000000" pitchFamily="2" charset="2"/>
                        <a:buChar char="§"/>
                      </a:pPr>
                      <a:r>
                        <a:rPr lang="en-US" sz="1000" dirty="0">
                          <a:solidFill>
                            <a:schemeClr val="accent3"/>
                          </a:solidFill>
                          <a:latin typeface="+mj-lt"/>
                        </a:rPr>
                        <a:t>Should maintain caveats</a:t>
                      </a:r>
                    </a:p>
                    <a:p>
                      <a:pPr marL="171450" indent="-171450">
                        <a:buClr>
                          <a:schemeClr val="accent2"/>
                        </a:buClr>
                        <a:buFont typeface="Wingdings" panose="05000000000000000000" pitchFamily="2" charset="2"/>
                        <a:buChar char="§"/>
                      </a:pPr>
                      <a:r>
                        <a:rPr lang="en-US" sz="1000" dirty="0">
                          <a:solidFill>
                            <a:schemeClr val="accent3"/>
                          </a:solidFill>
                          <a:latin typeface="+mj-lt"/>
                        </a:rPr>
                        <a:t>Should never be treated as rules</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solidFill>
                      <a:schemeClr val="bg2"/>
                    </a:solidFill>
                  </a:tcPr>
                </a:tc>
                <a:tc>
                  <a:txBody>
                    <a:bodyPr/>
                    <a:lstStyle/>
                    <a:p>
                      <a:pPr marL="171450" indent="-171450">
                        <a:buClr>
                          <a:schemeClr val="accent2"/>
                        </a:buClr>
                        <a:buFont typeface="Wingdings" panose="05000000000000000000" pitchFamily="2" charset="2"/>
                        <a:buChar char="§"/>
                      </a:pPr>
                      <a:r>
                        <a:rPr lang="en-US" sz="1000" dirty="0">
                          <a:solidFill>
                            <a:schemeClr val="accent3"/>
                          </a:solidFill>
                          <a:latin typeface="+mj-lt"/>
                        </a:rPr>
                        <a:t>Clear context and time‑boundedness</a:t>
                      </a:r>
                    </a:p>
                    <a:p>
                      <a:pPr marL="171450" indent="-171450">
                        <a:buClr>
                          <a:schemeClr val="accent2"/>
                        </a:buClr>
                        <a:buFont typeface="Wingdings" panose="05000000000000000000" pitchFamily="2" charset="2"/>
                        <a:buChar char="§"/>
                      </a:pPr>
                      <a:r>
                        <a:rPr lang="en-US" sz="1000" dirty="0">
                          <a:solidFill>
                            <a:schemeClr val="accent3"/>
                          </a:solidFill>
                          <a:latin typeface="+mj-lt"/>
                        </a:rPr>
                        <a:t>Explicit “not authoritative” marking</a:t>
                      </a:r>
                    </a:p>
                    <a:p>
                      <a:pPr marL="171450" indent="-171450">
                        <a:buClr>
                          <a:schemeClr val="accent2"/>
                        </a:buClr>
                        <a:buFont typeface="Wingdings" panose="05000000000000000000" pitchFamily="2" charset="2"/>
                        <a:buChar char="§"/>
                      </a:pPr>
                      <a:r>
                        <a:rPr lang="en-US" sz="1000" dirty="0">
                          <a:solidFill>
                            <a:schemeClr val="accent3"/>
                          </a:solidFill>
                          <a:latin typeface="+mj-lt"/>
                        </a:rPr>
                        <a:t>Intended audience declared</a:t>
                      </a:r>
                      <a:endParaRPr lang="en-GB" sz="1000" dirty="0">
                        <a:solidFill>
                          <a:schemeClr val="accent3"/>
                        </a:solidFill>
                        <a:latin typeface="+mj-lt"/>
                      </a:endParaRPr>
                    </a:p>
                  </a:txBody>
                  <a:tcPr>
                    <a:lnT w="12700" cap="flat" cmpd="sng" algn="ctr">
                      <a:solidFill>
                        <a:schemeClr val="bg2">
                          <a:lumMod val="90000"/>
                        </a:schemeClr>
                      </a:solidFill>
                      <a:prstDash val="solid"/>
                      <a:round/>
                      <a:headEnd type="none" w="med" len="med"/>
                      <a:tailEnd type="none" w="med" len="med"/>
                    </a:lnT>
                    <a:solidFill>
                      <a:schemeClr val="bg2"/>
                    </a:solidFill>
                  </a:tcPr>
                </a:tc>
                <a:extLst>
                  <a:ext uri="{0D108BD9-81ED-4DB2-BD59-A6C34878D82A}">
                    <a16:rowId xmlns:a16="http://schemas.microsoft.com/office/drawing/2014/main" val="3026023039"/>
                  </a:ext>
                </a:extLst>
              </a:tr>
            </a:tbl>
          </a:graphicData>
        </a:graphic>
      </p:graphicFrame>
    </p:spTree>
    <p:extLst>
      <p:ext uri="{BB962C8B-B14F-4D97-AF65-F5344CB8AC3E}">
        <p14:creationId xmlns:p14="http://schemas.microsoft.com/office/powerpoint/2010/main" val="3779382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BC95E-C002-A8E1-F873-14EA6FDFF42D}"/>
              </a:ext>
            </a:extLst>
          </p:cNvPr>
          <p:cNvSpPr>
            <a:spLocks noGrp="1"/>
          </p:cNvSpPr>
          <p:nvPr>
            <p:ph type="title"/>
          </p:nvPr>
        </p:nvSpPr>
        <p:spPr/>
        <p:txBody>
          <a:bodyPr/>
          <a:lstStyle/>
          <a:p>
            <a:r>
              <a:rPr lang="en-GB" dirty="0"/>
              <a:t>AI knowledge use policy | </a:t>
            </a:r>
            <a:r>
              <a:rPr lang="en-GB" dirty="0">
                <a:solidFill>
                  <a:schemeClr val="accent2"/>
                </a:solidFill>
              </a:rPr>
              <a:t>Application in SharePoint</a:t>
            </a:r>
          </a:p>
        </p:txBody>
      </p:sp>
      <p:graphicFrame>
        <p:nvGraphicFramePr>
          <p:cNvPr id="8" name="Content Placeholder 7">
            <a:extLst>
              <a:ext uri="{FF2B5EF4-FFF2-40B4-BE49-F238E27FC236}">
                <a16:creationId xmlns:a16="http://schemas.microsoft.com/office/drawing/2014/main" id="{02F5A6D0-8A41-706B-89A4-0166DAAE94DB}"/>
              </a:ext>
            </a:extLst>
          </p:cNvPr>
          <p:cNvGraphicFramePr>
            <a:graphicFrameLocks noGrp="1"/>
          </p:cNvGraphicFramePr>
          <p:nvPr>
            <p:ph sz="quarter" idx="12"/>
          </p:nvPr>
        </p:nvGraphicFramePr>
        <p:xfrm>
          <a:off x="733332" y="1255619"/>
          <a:ext cx="10737943" cy="5013960"/>
        </p:xfrm>
        <a:graphic>
          <a:graphicData uri="http://schemas.openxmlformats.org/drawingml/2006/table">
            <a:tbl>
              <a:tblPr firstRow="1">
                <a:tableStyleId>{0E3FDE45-AF77-4B5C-9715-49D594BDF05E}</a:tableStyleId>
              </a:tblPr>
              <a:tblGrid>
                <a:gridCol w="1822443">
                  <a:extLst>
                    <a:ext uri="{9D8B030D-6E8A-4147-A177-3AD203B41FA5}">
                      <a16:colId xmlns:a16="http://schemas.microsoft.com/office/drawing/2014/main" val="224974983"/>
                    </a:ext>
                  </a:extLst>
                </a:gridCol>
                <a:gridCol w="1601731">
                  <a:extLst>
                    <a:ext uri="{9D8B030D-6E8A-4147-A177-3AD203B41FA5}">
                      <a16:colId xmlns:a16="http://schemas.microsoft.com/office/drawing/2014/main" val="4001591150"/>
                    </a:ext>
                  </a:extLst>
                </a:gridCol>
                <a:gridCol w="2437923">
                  <a:extLst>
                    <a:ext uri="{9D8B030D-6E8A-4147-A177-3AD203B41FA5}">
                      <a16:colId xmlns:a16="http://schemas.microsoft.com/office/drawing/2014/main" val="2971873408"/>
                    </a:ext>
                  </a:extLst>
                </a:gridCol>
                <a:gridCol w="2437923">
                  <a:extLst>
                    <a:ext uri="{9D8B030D-6E8A-4147-A177-3AD203B41FA5}">
                      <a16:colId xmlns:a16="http://schemas.microsoft.com/office/drawing/2014/main" val="4272282026"/>
                    </a:ext>
                  </a:extLst>
                </a:gridCol>
                <a:gridCol w="2437923">
                  <a:extLst>
                    <a:ext uri="{9D8B030D-6E8A-4147-A177-3AD203B41FA5}">
                      <a16:colId xmlns:a16="http://schemas.microsoft.com/office/drawing/2014/main" val="3346118435"/>
                    </a:ext>
                  </a:extLst>
                </a:gridCol>
              </a:tblGrid>
              <a:tr h="370840">
                <a:tc>
                  <a:txBody>
                    <a:bodyPr/>
                    <a:lstStyle/>
                    <a:p>
                      <a:r>
                        <a:rPr lang="en-GB" sz="900" dirty="0">
                          <a:solidFill>
                            <a:schemeClr val="accent3"/>
                          </a:solidFill>
                          <a:latin typeface="+mj-lt"/>
                        </a:rPr>
                        <a:t>Policy</a:t>
                      </a:r>
                    </a:p>
                  </a:txBody>
                  <a:tcPr>
                    <a:solidFill>
                      <a:schemeClr val="bg1"/>
                    </a:solidFill>
                  </a:tcPr>
                </a:tc>
                <a:tc>
                  <a:txBody>
                    <a:bodyPr/>
                    <a:lstStyle/>
                    <a:p>
                      <a:r>
                        <a:rPr lang="en-GB" sz="900" dirty="0">
                          <a:solidFill>
                            <a:schemeClr val="accent3"/>
                          </a:solidFill>
                          <a:latin typeface="+mj-lt"/>
                        </a:rPr>
                        <a:t>Governance intent</a:t>
                      </a:r>
                    </a:p>
                  </a:txBody>
                  <a:tcPr>
                    <a:solidFill>
                      <a:schemeClr val="bg1"/>
                    </a:solidFill>
                  </a:tcPr>
                </a:tc>
                <a:tc>
                  <a:txBody>
                    <a:bodyPr/>
                    <a:lstStyle/>
                    <a:p>
                      <a:r>
                        <a:rPr lang="en-GB" sz="900" dirty="0">
                          <a:solidFill>
                            <a:schemeClr val="accent3"/>
                          </a:solidFill>
                          <a:latin typeface="+mj-lt"/>
                        </a:rPr>
                        <a:t>SharePoint metadata / feature</a:t>
                      </a:r>
                    </a:p>
                  </a:txBody>
                  <a:tcPr>
                    <a:solidFill>
                      <a:schemeClr val="bg1"/>
                    </a:solidFill>
                  </a:tcPr>
                </a:tc>
                <a:tc>
                  <a:txBody>
                    <a:bodyPr/>
                    <a:lstStyle/>
                    <a:p>
                      <a:r>
                        <a:rPr lang="en-GB" sz="900" dirty="0">
                          <a:solidFill>
                            <a:schemeClr val="accent3"/>
                          </a:solidFill>
                          <a:latin typeface="+mj-lt"/>
                        </a:rPr>
                        <a:t>How it is implemented in practice</a:t>
                      </a:r>
                    </a:p>
                  </a:txBody>
                  <a:tcPr>
                    <a:solidFill>
                      <a:schemeClr val="bg1"/>
                    </a:solidFill>
                  </a:tcPr>
                </a:tc>
                <a:tc>
                  <a:txBody>
                    <a:bodyPr/>
                    <a:lstStyle/>
                    <a:p>
                      <a:r>
                        <a:rPr lang="en-GB" sz="900" dirty="0">
                          <a:solidFill>
                            <a:schemeClr val="accent3"/>
                          </a:solidFill>
                          <a:latin typeface="+mj-lt"/>
                        </a:rPr>
                        <a:t>Assurance outcome</a:t>
                      </a:r>
                    </a:p>
                  </a:txBody>
                  <a:tcPr>
                    <a:solidFill>
                      <a:schemeClr val="bg1"/>
                    </a:solidFill>
                  </a:tcPr>
                </a:tc>
                <a:extLst>
                  <a:ext uri="{0D108BD9-81ED-4DB2-BD59-A6C34878D82A}">
                    <a16:rowId xmlns:a16="http://schemas.microsoft.com/office/drawing/2014/main" val="2296400264"/>
                  </a:ext>
                </a:extLst>
              </a:tr>
              <a:tr h="370840">
                <a:tc>
                  <a:txBody>
                    <a:bodyPr/>
                    <a:lstStyle/>
                    <a:p>
                      <a:r>
                        <a:rPr lang="en-US" sz="900" b="0" dirty="0">
                          <a:solidFill>
                            <a:schemeClr val="accent1"/>
                          </a:solidFill>
                          <a:latin typeface="+mj-lt"/>
                        </a:rPr>
                        <a:t>Humans remain accountable for decisions informed by AI</a:t>
                      </a:r>
                      <a:endParaRPr lang="en-GB" sz="900" b="0" dirty="0">
                        <a:solidFill>
                          <a:schemeClr val="accent1"/>
                        </a:solidFill>
                        <a:latin typeface="+mj-lt"/>
                      </a:endParaRPr>
                    </a:p>
                  </a:txBody>
                  <a:tcPr>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Ensure clear ownership and accountability</a:t>
                      </a:r>
                      <a:endParaRPr lang="en-GB" sz="900" dirty="0">
                        <a:solidFill>
                          <a:schemeClr val="accent3"/>
                        </a:solidFill>
                        <a:latin typeface="+mj-lt"/>
                      </a:endParaRPr>
                    </a:p>
                  </a:txBody>
                  <a:tcPr>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Content owner (Role) – Person/Group column</a:t>
                      </a:r>
                    </a:p>
                    <a:p>
                      <a:r>
                        <a:rPr lang="en-US" sz="900" dirty="0">
                          <a:solidFill>
                            <a:schemeClr val="accent3"/>
                          </a:solidFill>
                          <a:latin typeface="+mj-lt"/>
                        </a:rPr>
                        <a:t>Owning function – Choice column</a:t>
                      </a:r>
                    </a:p>
                    <a:p>
                      <a:r>
                        <a:rPr lang="en-US" sz="900" dirty="0">
                          <a:solidFill>
                            <a:schemeClr val="accent3"/>
                          </a:solidFill>
                          <a:latin typeface="+mj-lt"/>
                        </a:rPr>
                        <a:t>Version History</a:t>
                      </a:r>
                      <a:endParaRPr lang="en-GB" sz="900" dirty="0">
                        <a:solidFill>
                          <a:schemeClr val="accent3"/>
                        </a:solidFill>
                        <a:latin typeface="+mj-lt"/>
                      </a:endParaRPr>
                    </a:p>
                  </a:txBody>
                  <a:tcPr>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Owner role displayed on page, SharePoint version history provides audit trail</a:t>
                      </a:r>
                      <a:endParaRPr lang="en-GB" sz="900" dirty="0">
                        <a:solidFill>
                          <a:schemeClr val="accent3"/>
                        </a:solidFill>
                        <a:latin typeface="+mj-lt"/>
                      </a:endParaRPr>
                    </a:p>
                  </a:txBody>
                  <a:tcPr>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Every AI‑used knowledge asset has a named accountable role</a:t>
                      </a:r>
                      <a:endParaRPr lang="en-GB" sz="900" dirty="0">
                        <a:solidFill>
                          <a:schemeClr val="accent3"/>
                        </a:solidFill>
                        <a:latin typeface="+mj-lt"/>
                      </a:endParaRPr>
                    </a:p>
                  </a:txBody>
                  <a:tcPr>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50208904"/>
                  </a:ext>
                </a:extLst>
              </a:tr>
              <a:tr h="370840">
                <a:tc>
                  <a:txBody>
                    <a:bodyPr/>
                    <a:lstStyle/>
                    <a:p>
                      <a:r>
                        <a:rPr lang="en-US" sz="900" b="0" dirty="0">
                          <a:solidFill>
                            <a:schemeClr val="accent1"/>
                          </a:solidFill>
                          <a:latin typeface="+mj-lt"/>
                        </a:rPr>
                        <a:t>AI must prioritise authoritative, in‑date knowledge</a:t>
                      </a:r>
                      <a:endParaRPr lang="en-GB" sz="900" b="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Prevent AI using advisory or outdated content</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Confidence Level – Choice column (aligned to tiering)</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Visual badges and banners highlight authority and currency; expired or superseded content downgraded</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AI can be constrained to prefer authoritative, active, in‑date knowledge</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11166251"/>
                  </a:ext>
                </a:extLst>
              </a:tr>
              <a:tr h="370840">
                <a:tc>
                  <a:txBody>
                    <a:bodyPr/>
                    <a:lstStyle/>
                    <a:p>
                      <a:r>
                        <a:rPr lang="en-US" sz="900" b="0" dirty="0">
                          <a:solidFill>
                            <a:schemeClr val="accent1"/>
                          </a:solidFill>
                          <a:latin typeface="+mj-lt"/>
                        </a:rPr>
                        <a:t>AI outputs must be transparent and traceable</a:t>
                      </a:r>
                      <a:endParaRPr lang="en-GB" sz="900" b="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GB" sz="900" dirty="0">
                          <a:solidFill>
                            <a:schemeClr val="accent3"/>
                          </a:solidFill>
                          <a:latin typeface="+mj-lt"/>
                        </a:rPr>
                        <a:t>Enable auditability and explainability</a:t>
                      </a: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Common language aligned Page URLs</a:t>
                      </a:r>
                    </a:p>
                    <a:p>
                      <a:r>
                        <a:rPr lang="en-US" sz="900" dirty="0">
                          <a:solidFill>
                            <a:schemeClr val="accent3"/>
                          </a:solidFill>
                          <a:latin typeface="+mj-lt"/>
                        </a:rPr>
                        <a:t>Metadata retained with content</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AI responses link back to specific SharePoint pages with visible trust signals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Every AI answer can be traced to a governed source of truth</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1897460"/>
                  </a:ext>
                </a:extLst>
              </a:tr>
              <a:tr h="370840">
                <a:tc>
                  <a:txBody>
                    <a:bodyPr/>
                    <a:lstStyle/>
                    <a:p>
                      <a:r>
                        <a:rPr lang="en-US" sz="900" b="0" dirty="0">
                          <a:solidFill>
                            <a:schemeClr val="accent1"/>
                          </a:solidFill>
                          <a:latin typeface="+mj-lt"/>
                        </a:rPr>
                        <a:t>AI autonomy must be proportionate to risk</a:t>
                      </a:r>
                      <a:endParaRPr lang="en-GB" sz="900" b="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Control how AI uses different knowledge types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AI Eligibility Status – Choice column (AI‑Allowed / With Context / Not for AI Answers)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High‑risk content excluded from AI answers; contextual disclaimers used where required</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Risk is controlled at the knowledge‑asset level</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6483110"/>
                  </a:ext>
                </a:extLst>
              </a:tr>
              <a:tr h="370840">
                <a:tc>
                  <a:txBody>
                    <a:bodyPr/>
                    <a:lstStyle/>
                    <a:p>
                      <a:r>
                        <a:rPr lang="en-US" sz="900" b="0" dirty="0">
                          <a:solidFill>
                            <a:schemeClr val="accent1"/>
                          </a:solidFill>
                          <a:latin typeface="+mj-lt"/>
                        </a:rPr>
                        <a:t>Not all knowledge is suitable for AI answers</a:t>
                      </a:r>
                      <a:endParaRPr lang="en-GB" sz="900" b="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GB" sz="900" dirty="0">
                          <a:solidFill>
                            <a:schemeClr val="accent3"/>
                          </a:solidFill>
                          <a:latin typeface="+mj-lt"/>
                        </a:rPr>
                        <a:t>Deliberate, selective AI enablement</a:t>
                      </a: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AI Eligibility Status metadata</a:t>
                      </a:r>
                    </a:p>
                    <a:p>
                      <a:r>
                        <a:rPr lang="en-US" sz="900" dirty="0">
                          <a:solidFill>
                            <a:schemeClr val="accent3"/>
                          </a:solidFill>
                          <a:latin typeface="+mj-lt"/>
                        </a:rPr>
                        <a:t>Curated AI Knowledge Sets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Only AI‑Allowed content included </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Prevents accidental exposure of sensitive or complex knowledge</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8723821"/>
                  </a:ext>
                </a:extLst>
              </a:tr>
              <a:tr h="370840">
                <a:tc>
                  <a:txBody>
                    <a:bodyPr/>
                    <a:lstStyle/>
                    <a:p>
                      <a:r>
                        <a:rPr lang="en-US" sz="900" b="0" dirty="0">
                          <a:solidFill>
                            <a:schemeClr val="accent1"/>
                          </a:solidFill>
                          <a:latin typeface="+mj-lt"/>
                        </a:rPr>
                        <a:t>AI must not present local or advisory content as enterprise policy</a:t>
                      </a:r>
                      <a:endParaRPr lang="en-GB" sz="900" b="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Protect integrity of global policy</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Content Type – Choice column (Policy / Procedure / Guidance / Local Addendum)</a:t>
                      </a:r>
                    </a:p>
                    <a:p>
                      <a:r>
                        <a:rPr lang="en-US" sz="900" dirty="0">
                          <a:solidFill>
                            <a:schemeClr val="accent3"/>
                          </a:solidFill>
                          <a:latin typeface="+mj-lt"/>
                        </a:rPr>
                        <a:t>Applies To – Choice column (Global / Region / Function)</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Local pages must link back to global source; clear “Local Application” labels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Enterprise policy remains singular and authoritative</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84799478"/>
                  </a:ext>
                </a:extLst>
              </a:tr>
              <a:tr h="370840">
                <a:tc>
                  <a:txBody>
                    <a:bodyPr/>
                    <a:lstStyle/>
                    <a:p>
                      <a:r>
                        <a:rPr lang="en-GB" sz="900" b="0" dirty="0">
                          <a:solidFill>
                            <a:schemeClr val="accent1"/>
                          </a:solidFill>
                          <a:latin typeface="+mj-lt"/>
                        </a:rPr>
                        <a:t>Approved uses: retrieve, summarise, guide</a:t>
                      </a: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Enable safe, productive AI use</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GB" sz="900" dirty="0">
                          <a:solidFill>
                            <a:schemeClr val="accent3"/>
                          </a:solidFill>
                          <a:latin typeface="+mj-lt"/>
                        </a:rPr>
                        <a:t>Page Templates per content type</a:t>
                      </a:r>
                    </a:p>
                    <a:p>
                      <a:r>
                        <a:rPr lang="en-GB" sz="900" dirty="0">
                          <a:solidFill>
                            <a:schemeClr val="accent3"/>
                          </a:solidFill>
                          <a:latin typeface="+mj-lt"/>
                        </a:rPr>
                        <a:t>Consistent heading structures</a:t>
                      </a: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GB" sz="900" dirty="0">
                          <a:solidFill>
                            <a:schemeClr val="accent3"/>
                          </a:solidFill>
                          <a:latin typeface="+mj-lt"/>
                        </a:rPr>
                        <a:t>Predictable page patterns support clean summarisation and retrieval</a:t>
                      </a: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AI outputs are accurate and context‑aware</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1856470"/>
                  </a:ext>
                </a:extLst>
              </a:tr>
              <a:tr h="370840">
                <a:tc>
                  <a:txBody>
                    <a:bodyPr/>
                    <a:lstStyle/>
                    <a:p>
                      <a:r>
                        <a:rPr lang="en-US" sz="900" b="0" dirty="0">
                          <a:solidFill>
                            <a:schemeClr val="accent1"/>
                          </a:solidFill>
                          <a:latin typeface="+mj-lt"/>
                        </a:rPr>
                        <a:t>Prohibited uses: out‑of‑date content and autonomous decisions</a:t>
                      </a:r>
                      <a:endParaRPr lang="en-GB" sz="900" b="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Prevent misuse and unmanaged autonomy</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Lifecycle Status = Superseded</a:t>
                      </a:r>
                    </a:p>
                    <a:p>
                      <a:r>
                        <a:rPr lang="en-US" sz="900" dirty="0">
                          <a:solidFill>
                            <a:schemeClr val="accent3"/>
                          </a:solidFill>
                          <a:latin typeface="+mj-lt"/>
                        </a:rPr>
                        <a:t>Mandatory forward links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Superseded pages visibly marked and excluded from AI answer sets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AI cannot amplify withdrawn or obsolete guidance</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5874114"/>
                  </a:ext>
                </a:extLst>
              </a:tr>
              <a:tr h="370840">
                <a:tc>
                  <a:txBody>
                    <a:bodyPr/>
                    <a:lstStyle/>
                    <a:p>
                      <a:r>
                        <a:rPr lang="en-GB" sz="900" b="0" dirty="0">
                          <a:solidFill>
                            <a:schemeClr val="accent1"/>
                          </a:solidFill>
                          <a:latin typeface="+mj-lt"/>
                        </a:rPr>
                        <a:t>Governance roles are explicit and enforceable</a:t>
                      </a: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Ensure governance is operational, not theoretical</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GB" sz="900" dirty="0">
                          <a:solidFill>
                            <a:schemeClr val="accent3"/>
                          </a:solidFill>
                          <a:latin typeface="+mj-lt"/>
                        </a:rPr>
                        <a:t>Owner metadata</a:t>
                      </a:r>
                    </a:p>
                    <a:p>
                      <a:r>
                        <a:rPr lang="en-GB" sz="900" dirty="0">
                          <a:solidFill>
                            <a:schemeClr val="accent3"/>
                          </a:solidFill>
                          <a:latin typeface="+mj-lt"/>
                        </a:rPr>
                        <a:t>Standardised metadata schema</a:t>
                      </a: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Governance embedded into everyday authoring rather than approvals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n-US" sz="900" dirty="0">
                          <a:solidFill>
                            <a:schemeClr val="accent3"/>
                          </a:solidFill>
                          <a:latin typeface="+mj-lt"/>
                        </a:rPr>
                        <a:t>Governance scales without central bottlenecks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54627509"/>
                  </a:ext>
                </a:extLst>
              </a:tr>
              <a:tr h="370840">
                <a:tc>
                  <a:txBody>
                    <a:bodyPr/>
                    <a:lstStyle/>
                    <a:p>
                      <a:r>
                        <a:rPr lang="en-US" sz="900" b="0" dirty="0">
                          <a:solidFill>
                            <a:schemeClr val="accent1"/>
                          </a:solidFill>
                          <a:latin typeface="+mj-lt"/>
                        </a:rPr>
                        <a:t>Board‑level assurance that AI risk is controlled</a:t>
                      </a:r>
                      <a:endParaRPr lang="en-GB" sz="900" b="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solidFill>
                      <a:schemeClr val="bg1"/>
                    </a:solidFill>
                  </a:tcPr>
                </a:tc>
                <a:tc>
                  <a:txBody>
                    <a:bodyPr/>
                    <a:lstStyle/>
                    <a:p>
                      <a:r>
                        <a:rPr lang="en-GB" sz="900" dirty="0">
                          <a:solidFill>
                            <a:schemeClr val="accent3"/>
                          </a:solidFill>
                          <a:latin typeface="+mj-lt"/>
                        </a:rPr>
                        <a:t>Provide defensible oversight</a:t>
                      </a:r>
                    </a:p>
                  </a:txBody>
                  <a:tcPr>
                    <a:lnT w="12700" cap="flat" cmpd="sng" algn="ctr">
                      <a:solidFill>
                        <a:schemeClr val="bg1">
                          <a:lumMod val="95000"/>
                        </a:schemeClr>
                      </a:solidFill>
                      <a:prstDash val="solid"/>
                      <a:round/>
                      <a:headEnd type="none" w="med" len="med"/>
                      <a:tailEnd type="none" w="med" len="med"/>
                    </a:lnT>
                    <a:solidFill>
                      <a:schemeClr val="bg1"/>
                    </a:solidFill>
                  </a:tcPr>
                </a:tc>
                <a:tc>
                  <a:txBody>
                    <a:bodyPr/>
                    <a:lstStyle/>
                    <a:p>
                      <a:r>
                        <a:rPr lang="en-US" sz="900" dirty="0">
                          <a:solidFill>
                            <a:schemeClr val="accent3"/>
                          </a:solidFill>
                          <a:latin typeface="+mj-lt"/>
                        </a:rPr>
                        <a:t>Reporting on metadata completeness</a:t>
                      </a:r>
                    </a:p>
                    <a:p>
                      <a:r>
                        <a:rPr lang="en-US" sz="900" dirty="0">
                          <a:solidFill>
                            <a:schemeClr val="accent3"/>
                          </a:solidFill>
                          <a:latin typeface="+mj-lt"/>
                        </a:rPr>
                        <a:t>Search / filter views</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solidFill>
                      <a:schemeClr val="bg1"/>
                    </a:solidFill>
                  </a:tcPr>
                </a:tc>
                <a:tc>
                  <a:txBody>
                    <a:bodyPr/>
                    <a:lstStyle/>
                    <a:p>
                      <a:r>
                        <a:rPr lang="en-US" sz="900" dirty="0">
                          <a:solidFill>
                            <a:schemeClr val="accent3"/>
                          </a:solidFill>
                          <a:latin typeface="+mj-lt"/>
                        </a:rPr>
                        <a:t>Executives can see % authoritative, in‑date, AI‑eligible content</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solidFill>
                      <a:schemeClr val="bg1"/>
                    </a:solidFill>
                  </a:tcPr>
                </a:tc>
                <a:tc>
                  <a:txBody>
                    <a:bodyPr/>
                    <a:lstStyle/>
                    <a:p>
                      <a:r>
                        <a:rPr lang="en-US" sz="900" dirty="0">
                          <a:solidFill>
                            <a:schemeClr val="accent3"/>
                          </a:solidFill>
                          <a:latin typeface="+mj-lt"/>
                        </a:rPr>
                        <a:t>Clear evidence that AI use is governed and auditable</a:t>
                      </a:r>
                      <a:endParaRPr lang="en-GB" sz="900" dirty="0">
                        <a:solidFill>
                          <a:schemeClr val="accent3"/>
                        </a:solidFill>
                        <a:latin typeface="+mj-lt"/>
                      </a:endParaRPr>
                    </a:p>
                  </a:txBody>
                  <a:tcPr>
                    <a:lnT w="12700" cap="flat" cmpd="sng" algn="ctr">
                      <a:solidFill>
                        <a:schemeClr val="bg1">
                          <a:lumMod val="9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679960946"/>
                  </a:ext>
                </a:extLst>
              </a:tr>
            </a:tbl>
          </a:graphicData>
        </a:graphic>
      </p:graphicFrame>
      <p:sp>
        <p:nvSpPr>
          <p:cNvPr id="3" name="Slide Number Placeholder 2">
            <a:extLst>
              <a:ext uri="{FF2B5EF4-FFF2-40B4-BE49-F238E27FC236}">
                <a16:creationId xmlns:a16="http://schemas.microsoft.com/office/drawing/2014/main" id="{3B55DF19-6F79-6B82-0BF0-F48E9414292F}"/>
              </a:ext>
            </a:extLst>
          </p:cNvPr>
          <p:cNvSpPr>
            <a:spLocks noGrp="1"/>
          </p:cNvSpPr>
          <p:nvPr>
            <p:ph type="sldNum" sz="quarter" idx="15"/>
          </p:nvPr>
        </p:nvSpPr>
        <p:spPr/>
        <p:txBody>
          <a:bodyPr/>
          <a:lstStyle/>
          <a:p>
            <a:fld id="{75A6CFFB-7194-4088-A46E-B1739916A60C}" type="slidenum">
              <a:rPr lang="en-GB" smtClean="0"/>
              <a:pPr/>
              <a:t>7</a:t>
            </a:fld>
            <a:endParaRPr lang="en-GB" dirty="0"/>
          </a:p>
        </p:txBody>
      </p:sp>
    </p:spTree>
    <p:extLst>
      <p:ext uri="{BB962C8B-B14F-4D97-AF65-F5344CB8AC3E}">
        <p14:creationId xmlns:p14="http://schemas.microsoft.com/office/powerpoint/2010/main" val="2541163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E3424-5B8B-DBFC-4EB2-B37E55B02D4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0C10336-34F1-A97B-BE52-AECE611DC3EC}"/>
              </a:ext>
            </a:extLst>
          </p:cNvPr>
          <p:cNvSpPr>
            <a:spLocks noGrp="1"/>
          </p:cNvSpPr>
          <p:nvPr>
            <p:ph type="title"/>
          </p:nvPr>
        </p:nvSpPr>
        <p:spPr/>
        <p:txBody>
          <a:bodyPr/>
          <a:lstStyle/>
          <a:p>
            <a:r>
              <a:rPr lang="en-GB" dirty="0"/>
              <a:t>Stabilise and simplify the foundations</a:t>
            </a:r>
          </a:p>
        </p:txBody>
      </p:sp>
      <p:sp>
        <p:nvSpPr>
          <p:cNvPr id="2" name="Slide Number Placeholder 1">
            <a:extLst>
              <a:ext uri="{FF2B5EF4-FFF2-40B4-BE49-F238E27FC236}">
                <a16:creationId xmlns:a16="http://schemas.microsoft.com/office/drawing/2014/main" id="{B845FC6C-46A9-3EF0-B5F8-3278B5715663}"/>
              </a:ext>
            </a:extLst>
          </p:cNvPr>
          <p:cNvSpPr>
            <a:spLocks noGrp="1"/>
          </p:cNvSpPr>
          <p:nvPr>
            <p:ph type="sldNum" sz="quarter" idx="11"/>
          </p:nvPr>
        </p:nvSpPr>
        <p:spPr/>
        <p:txBody>
          <a:bodyPr/>
          <a:lstStyle/>
          <a:p>
            <a:fld id="{75A6CFFB-7194-4088-A46E-B1739916A60C}" type="slidenum">
              <a:rPr lang="en-GB" smtClean="0"/>
              <a:pPr/>
              <a:t>8</a:t>
            </a:fld>
            <a:endParaRPr lang="en-GB" dirty="0"/>
          </a:p>
        </p:txBody>
      </p:sp>
      <p:sp>
        <p:nvSpPr>
          <p:cNvPr id="8" name="Content Placeholder 7">
            <a:extLst>
              <a:ext uri="{FF2B5EF4-FFF2-40B4-BE49-F238E27FC236}">
                <a16:creationId xmlns:a16="http://schemas.microsoft.com/office/drawing/2014/main" id="{F6F481EA-41F4-D714-4096-183D5BEC3E76}"/>
              </a:ext>
            </a:extLst>
          </p:cNvPr>
          <p:cNvSpPr>
            <a:spLocks noGrp="1"/>
          </p:cNvSpPr>
          <p:nvPr>
            <p:ph sz="quarter" idx="12"/>
          </p:nvPr>
        </p:nvSpPr>
        <p:spPr/>
        <p:txBody>
          <a:bodyPr/>
          <a:lstStyle/>
          <a:p>
            <a:r>
              <a:rPr lang="en-US" dirty="0"/>
              <a:t>In an AI enabled environment, </a:t>
            </a:r>
            <a:r>
              <a:rPr lang="en-US" dirty="0">
                <a:solidFill>
                  <a:schemeClr val="accent1"/>
                </a:solidFill>
              </a:rPr>
              <a:t>quality is more important than quantity</a:t>
            </a:r>
            <a:r>
              <a:rPr lang="en-US" dirty="0"/>
              <a:t>; a vast amount of low-quality information is less valuable than a smaller, curated collection of high-quality managed knowledge. </a:t>
            </a:r>
          </a:p>
          <a:p>
            <a:r>
              <a:rPr lang="en-US" sz="1600" dirty="0"/>
              <a:t>Managing the quality of a smaller, curated knowledge set improves AI outcomes because AI does not reason like a human — it statistically predicts answers based on the signals, patterns, and confidence it finds in the knowledge it is allowed to use.</a:t>
            </a:r>
          </a:p>
          <a:p>
            <a:r>
              <a:rPr lang="en-US" sz="1600" dirty="0">
                <a:solidFill>
                  <a:schemeClr val="accent1"/>
                </a:solidFill>
              </a:rPr>
              <a:t>Our goal is not to answer everything — it is to answer the right things exceptionally well.</a:t>
            </a:r>
          </a:p>
        </p:txBody>
      </p:sp>
      <p:sp>
        <p:nvSpPr>
          <p:cNvPr id="6" name="Footer Placeholder 5">
            <a:extLst>
              <a:ext uri="{FF2B5EF4-FFF2-40B4-BE49-F238E27FC236}">
                <a16:creationId xmlns:a16="http://schemas.microsoft.com/office/drawing/2014/main" id="{DB66CB1A-45C0-2987-B163-9D3F87746818}"/>
              </a:ext>
            </a:extLst>
          </p:cNvPr>
          <p:cNvSpPr>
            <a:spLocks noGrp="1"/>
          </p:cNvSpPr>
          <p:nvPr>
            <p:ph type="ftr" sz="quarter" idx="18"/>
          </p:nvPr>
        </p:nvSpPr>
        <p:spPr/>
        <p:txBody>
          <a:bodyPr/>
          <a:lstStyle/>
          <a:p>
            <a:r>
              <a:rPr lang="en-GB"/>
              <a:t>Confidential</a:t>
            </a:r>
            <a:endParaRPr lang="en-GB" dirty="0"/>
          </a:p>
        </p:txBody>
      </p:sp>
      <p:sp>
        <p:nvSpPr>
          <p:cNvPr id="11" name="Text Placeholder 9">
            <a:extLst>
              <a:ext uri="{FF2B5EF4-FFF2-40B4-BE49-F238E27FC236}">
                <a16:creationId xmlns:a16="http://schemas.microsoft.com/office/drawing/2014/main" id="{50FD0DF0-AB3F-3372-A7CD-172998EC9E54}"/>
              </a:ext>
            </a:extLst>
          </p:cNvPr>
          <p:cNvSpPr txBox="1">
            <a:spLocks/>
          </p:cNvSpPr>
          <p:nvPr/>
        </p:nvSpPr>
        <p:spPr>
          <a:xfrm>
            <a:off x="4497101" y="1460473"/>
            <a:ext cx="3439251" cy="2326782"/>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Signal clarity</a:t>
            </a:r>
          </a:p>
          <a:p>
            <a:pPr lvl="1">
              <a:defRPr sz="1200"/>
            </a:pPr>
            <a:r>
              <a:rPr lang="en-US" sz="1100" b="0" dirty="0">
                <a:solidFill>
                  <a:schemeClr val="accent2"/>
                </a:solidFill>
              </a:rPr>
              <a:t>Large language models don’t assess “importance” the way people do.  </a:t>
            </a:r>
          </a:p>
          <a:p>
            <a:pPr lvl="1">
              <a:defRPr sz="1200"/>
            </a:pPr>
            <a:r>
              <a:rPr lang="en-US" sz="1100" b="0" dirty="0"/>
              <a:t>They assess frequency, proximity, semantic similarity and confidence signals (structure, language, metadata).</a:t>
            </a:r>
          </a:p>
          <a:p>
            <a:pPr lvl="1">
              <a:defRPr sz="1200"/>
            </a:pPr>
            <a:r>
              <a:rPr lang="en-US" sz="1100" b="0" dirty="0"/>
              <a:t>A well-managed, up-to-date knowledge base with reliable, unique content helps AI deliver accurate results, balanced confidence, and easier error correction.</a:t>
            </a:r>
          </a:p>
        </p:txBody>
      </p:sp>
      <p:sp>
        <p:nvSpPr>
          <p:cNvPr id="12" name="Text Placeholder 10">
            <a:extLst>
              <a:ext uri="{FF2B5EF4-FFF2-40B4-BE49-F238E27FC236}">
                <a16:creationId xmlns:a16="http://schemas.microsoft.com/office/drawing/2014/main" id="{100C4861-15CF-2B64-E2BE-6F2D80826B7D}"/>
              </a:ext>
            </a:extLst>
          </p:cNvPr>
          <p:cNvSpPr txBox="1">
            <a:spLocks/>
          </p:cNvSpPr>
          <p:nvPr/>
        </p:nvSpPr>
        <p:spPr>
          <a:xfrm>
            <a:off x="8039785" y="1460473"/>
            <a:ext cx="3439251" cy="2326782"/>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Reduced hallucinations</a:t>
            </a:r>
          </a:p>
          <a:p>
            <a:pPr lvl="1">
              <a:defRPr sz="1200"/>
            </a:pPr>
            <a:r>
              <a:rPr lang="en-US" sz="1100" b="0" dirty="0">
                <a:solidFill>
                  <a:schemeClr val="accent2"/>
                </a:solidFill>
              </a:rPr>
              <a:t>Hallucinations are often caused not by missing knowledge, but by poorly bounded knowledge.</a:t>
            </a:r>
          </a:p>
          <a:p>
            <a:pPr lvl="1">
              <a:defRPr sz="1200"/>
            </a:pPr>
            <a:r>
              <a:rPr lang="en-US" sz="1100" b="0" dirty="0"/>
              <a:t>A curated knowledge environment introduces productive constraint.</a:t>
            </a:r>
          </a:p>
          <a:p>
            <a:pPr lvl="1">
              <a:defRPr sz="1200"/>
            </a:pPr>
            <a:r>
              <a:rPr lang="en-US" sz="1100" b="0" dirty="0"/>
              <a:t>AI is forced to work within boundaries, and these are more likely to trigger uncertainty signals and escalation prompts.</a:t>
            </a:r>
          </a:p>
          <a:p>
            <a:pPr lvl="1">
              <a:defRPr sz="1200"/>
            </a:pPr>
            <a:r>
              <a:rPr lang="en-US" sz="1100" b="0" dirty="0"/>
              <a:t>Deliberate constraint makes AI safer, not weaker.</a:t>
            </a:r>
          </a:p>
          <a:p>
            <a:pPr lvl="1">
              <a:defRPr sz="1200"/>
            </a:pPr>
            <a:endParaRPr lang="en-US" sz="1100" b="0" dirty="0"/>
          </a:p>
        </p:txBody>
      </p:sp>
      <p:sp>
        <p:nvSpPr>
          <p:cNvPr id="14" name="Text Placeholder 9">
            <a:extLst>
              <a:ext uri="{FF2B5EF4-FFF2-40B4-BE49-F238E27FC236}">
                <a16:creationId xmlns:a16="http://schemas.microsoft.com/office/drawing/2014/main" id="{B1768C77-AAF8-B446-DD27-6CE96122FAB3}"/>
              </a:ext>
            </a:extLst>
          </p:cNvPr>
          <p:cNvSpPr txBox="1">
            <a:spLocks/>
          </p:cNvSpPr>
          <p:nvPr/>
        </p:nvSpPr>
        <p:spPr>
          <a:xfrm>
            <a:off x="4497101" y="3886207"/>
            <a:ext cx="3439251" cy="2251068"/>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Consistent outcomes</a:t>
            </a:r>
          </a:p>
          <a:p>
            <a:pPr lvl="1">
              <a:defRPr sz="1200"/>
            </a:pPr>
            <a:r>
              <a:rPr lang="en-US" sz="1100" b="0" dirty="0">
                <a:solidFill>
                  <a:schemeClr val="accent2"/>
                </a:solidFill>
              </a:rPr>
              <a:t>One of the key risks is inconsistent outputs, this comes from knowledge architecture more than prompt design.  </a:t>
            </a:r>
          </a:p>
          <a:p>
            <a:pPr lvl="1">
              <a:defRPr sz="1200"/>
            </a:pPr>
            <a:r>
              <a:rPr lang="en-US" sz="1100" b="0" dirty="0"/>
              <a:t>A smaller, curated knowledge environment explicitly resolves conflicts or contradictions, allowing AI to reproduce the same answer to the same question.</a:t>
            </a:r>
          </a:p>
          <a:p>
            <a:pPr lvl="1">
              <a:defRPr sz="1200"/>
            </a:pPr>
            <a:r>
              <a:rPr lang="en-US" sz="1100" b="0" dirty="0"/>
              <a:t>This is essential for authoritative responses, legal defensibility and user trust.</a:t>
            </a:r>
          </a:p>
          <a:p>
            <a:pPr lvl="1">
              <a:defRPr sz="1200"/>
            </a:pPr>
            <a:endParaRPr lang="en-US" sz="1100" b="0" dirty="0"/>
          </a:p>
        </p:txBody>
      </p:sp>
      <p:sp>
        <p:nvSpPr>
          <p:cNvPr id="15" name="Text Placeholder 10">
            <a:extLst>
              <a:ext uri="{FF2B5EF4-FFF2-40B4-BE49-F238E27FC236}">
                <a16:creationId xmlns:a16="http://schemas.microsoft.com/office/drawing/2014/main" id="{040647B9-3CFD-783A-81A3-17D7079195A7}"/>
              </a:ext>
            </a:extLst>
          </p:cNvPr>
          <p:cNvSpPr txBox="1">
            <a:spLocks/>
          </p:cNvSpPr>
          <p:nvPr/>
        </p:nvSpPr>
        <p:spPr>
          <a:xfrm>
            <a:off x="8039785" y="3886207"/>
            <a:ext cx="3439251" cy="2251068"/>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Explainability and auditability</a:t>
            </a:r>
          </a:p>
          <a:p>
            <a:pPr lvl="1">
              <a:defRPr sz="1200"/>
            </a:pPr>
            <a:r>
              <a:rPr lang="en-US" sz="1100" b="0" dirty="0">
                <a:solidFill>
                  <a:schemeClr val="accent2"/>
                </a:solidFill>
              </a:rPr>
              <a:t>Explainable AI outputs depend on being able to say, ‘this answer is based on </a:t>
            </a:r>
            <a:r>
              <a:rPr lang="en-US" sz="1100" b="0" i="1" dirty="0">
                <a:solidFill>
                  <a:schemeClr val="accent2"/>
                </a:solidFill>
              </a:rPr>
              <a:t>this</a:t>
            </a:r>
            <a:r>
              <a:rPr lang="en-US" sz="1100" b="0" dirty="0">
                <a:solidFill>
                  <a:schemeClr val="accent2"/>
                </a:solidFill>
              </a:rPr>
              <a:t> knowledge, approved by </a:t>
            </a:r>
            <a:r>
              <a:rPr lang="en-US" sz="1100" b="0" i="1" dirty="0">
                <a:solidFill>
                  <a:schemeClr val="accent2"/>
                </a:solidFill>
              </a:rPr>
              <a:t>this</a:t>
            </a:r>
            <a:r>
              <a:rPr lang="en-US" sz="1100" b="0" dirty="0">
                <a:solidFill>
                  <a:schemeClr val="accent2"/>
                </a:solidFill>
              </a:rPr>
              <a:t> role and reviewed on </a:t>
            </a:r>
            <a:r>
              <a:rPr lang="en-US" sz="1100" b="0" i="1" dirty="0">
                <a:solidFill>
                  <a:schemeClr val="accent2"/>
                </a:solidFill>
              </a:rPr>
              <a:t>this</a:t>
            </a:r>
            <a:r>
              <a:rPr lang="en-US" sz="1100" b="0" dirty="0">
                <a:solidFill>
                  <a:schemeClr val="accent2"/>
                </a:solidFill>
              </a:rPr>
              <a:t> date’.</a:t>
            </a:r>
          </a:p>
          <a:p>
            <a:pPr lvl="1">
              <a:defRPr sz="1200"/>
            </a:pPr>
            <a:r>
              <a:rPr lang="en-US" sz="1100" b="0" dirty="0"/>
              <a:t>With a smaller, tiered knowledge base, every asset can have clear ownership, confidence and applicability can be stated, audit and challenge become feasible.</a:t>
            </a:r>
          </a:p>
          <a:p>
            <a:pPr lvl="1">
              <a:defRPr sz="1200"/>
            </a:pPr>
            <a:r>
              <a:rPr lang="en-US" sz="1100" b="0" dirty="0"/>
              <a:t>This is where KM becomes a risk and trust function in the business.</a:t>
            </a:r>
          </a:p>
          <a:p>
            <a:pPr lvl="1">
              <a:defRPr sz="1200"/>
            </a:pPr>
            <a:endParaRPr lang="en-US" sz="1100" b="0" dirty="0"/>
          </a:p>
        </p:txBody>
      </p:sp>
    </p:spTree>
    <p:extLst>
      <p:ext uri="{BB962C8B-B14F-4D97-AF65-F5344CB8AC3E}">
        <p14:creationId xmlns:p14="http://schemas.microsoft.com/office/powerpoint/2010/main" val="2863125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A8BD0-355C-4594-42DD-35F49C75255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FCBA60A-BAE5-F728-EA14-CEB230C3ED21}"/>
              </a:ext>
            </a:extLst>
          </p:cNvPr>
          <p:cNvSpPr>
            <a:spLocks noGrp="1"/>
          </p:cNvSpPr>
          <p:nvPr>
            <p:ph type="title"/>
          </p:nvPr>
        </p:nvSpPr>
        <p:spPr/>
        <p:txBody>
          <a:bodyPr/>
          <a:lstStyle/>
          <a:p>
            <a:r>
              <a:rPr lang="en-GB" dirty="0"/>
              <a:t>Make knowledge AI usable</a:t>
            </a:r>
          </a:p>
        </p:txBody>
      </p:sp>
      <p:sp>
        <p:nvSpPr>
          <p:cNvPr id="2" name="Slide Number Placeholder 1">
            <a:extLst>
              <a:ext uri="{FF2B5EF4-FFF2-40B4-BE49-F238E27FC236}">
                <a16:creationId xmlns:a16="http://schemas.microsoft.com/office/drawing/2014/main" id="{81B95FB6-7F6C-0F52-7915-F633B34D3F89}"/>
              </a:ext>
            </a:extLst>
          </p:cNvPr>
          <p:cNvSpPr>
            <a:spLocks noGrp="1"/>
          </p:cNvSpPr>
          <p:nvPr>
            <p:ph type="sldNum" sz="quarter" idx="11"/>
          </p:nvPr>
        </p:nvSpPr>
        <p:spPr/>
        <p:txBody>
          <a:bodyPr/>
          <a:lstStyle/>
          <a:p>
            <a:fld id="{75A6CFFB-7194-4088-A46E-B1739916A60C}" type="slidenum">
              <a:rPr lang="en-GB" smtClean="0"/>
              <a:pPr/>
              <a:t>9</a:t>
            </a:fld>
            <a:endParaRPr lang="en-GB" dirty="0"/>
          </a:p>
        </p:txBody>
      </p:sp>
      <p:sp>
        <p:nvSpPr>
          <p:cNvPr id="8" name="Content Placeholder 7">
            <a:extLst>
              <a:ext uri="{FF2B5EF4-FFF2-40B4-BE49-F238E27FC236}">
                <a16:creationId xmlns:a16="http://schemas.microsoft.com/office/drawing/2014/main" id="{16B2AF9D-23F4-7616-5D48-165B6ABF7DB7}"/>
              </a:ext>
            </a:extLst>
          </p:cNvPr>
          <p:cNvSpPr>
            <a:spLocks noGrp="1"/>
          </p:cNvSpPr>
          <p:nvPr>
            <p:ph sz="quarter" idx="12"/>
          </p:nvPr>
        </p:nvSpPr>
        <p:spPr/>
        <p:txBody>
          <a:bodyPr/>
          <a:lstStyle/>
          <a:p>
            <a:r>
              <a:rPr lang="en-US" dirty="0"/>
              <a:t>An AI‑ready knowledge platform is not primarily about AI tools. Instead, its true value lies in creating </a:t>
            </a:r>
            <a:r>
              <a:rPr lang="en-US" dirty="0">
                <a:solidFill>
                  <a:schemeClr val="accent1"/>
                </a:solidFill>
              </a:rPr>
              <a:t>an environment where people, processes, and technology work together seamlessly to support learning, collaboration, and problem-solving</a:t>
            </a:r>
            <a:r>
              <a:rPr lang="en-US" dirty="0"/>
              <a:t>. </a:t>
            </a:r>
          </a:p>
          <a:p>
            <a:r>
              <a:rPr lang="en-US" sz="1600" dirty="0"/>
              <a:t>While AI tools can enhance certain aspects of the platform, the foundation is built on accessible, well-</a:t>
            </a:r>
            <a:r>
              <a:rPr lang="en-US" sz="1600" dirty="0" err="1"/>
              <a:t>organised</a:t>
            </a:r>
            <a:r>
              <a:rPr lang="en-US" sz="1600" dirty="0"/>
              <a:t> information, intuitive user experiences, and a culture that encourages sharing knowledge and continuous improvement. </a:t>
            </a:r>
            <a:endParaRPr lang="en-US" sz="1400" dirty="0"/>
          </a:p>
          <a:p>
            <a:endParaRPr lang="en-US" sz="1600" dirty="0">
              <a:solidFill>
                <a:schemeClr val="accent1"/>
              </a:solidFill>
            </a:endParaRPr>
          </a:p>
        </p:txBody>
      </p:sp>
      <p:sp>
        <p:nvSpPr>
          <p:cNvPr id="6" name="Footer Placeholder 5">
            <a:extLst>
              <a:ext uri="{FF2B5EF4-FFF2-40B4-BE49-F238E27FC236}">
                <a16:creationId xmlns:a16="http://schemas.microsoft.com/office/drawing/2014/main" id="{DA9A3AD6-7CE3-CD9F-0EF1-C1A6A33B8E8E}"/>
              </a:ext>
            </a:extLst>
          </p:cNvPr>
          <p:cNvSpPr>
            <a:spLocks noGrp="1"/>
          </p:cNvSpPr>
          <p:nvPr>
            <p:ph type="ftr" sz="quarter" idx="18"/>
          </p:nvPr>
        </p:nvSpPr>
        <p:spPr/>
        <p:txBody>
          <a:bodyPr/>
          <a:lstStyle/>
          <a:p>
            <a:r>
              <a:rPr lang="en-GB"/>
              <a:t>Confidential</a:t>
            </a:r>
            <a:endParaRPr lang="en-GB" dirty="0"/>
          </a:p>
        </p:txBody>
      </p:sp>
      <p:sp>
        <p:nvSpPr>
          <p:cNvPr id="11" name="Text Placeholder 9">
            <a:extLst>
              <a:ext uri="{FF2B5EF4-FFF2-40B4-BE49-F238E27FC236}">
                <a16:creationId xmlns:a16="http://schemas.microsoft.com/office/drawing/2014/main" id="{D7B1F10C-FE4E-82BE-190F-253C9AF9B3D4}"/>
              </a:ext>
            </a:extLst>
          </p:cNvPr>
          <p:cNvSpPr txBox="1">
            <a:spLocks/>
          </p:cNvSpPr>
          <p:nvPr/>
        </p:nvSpPr>
        <p:spPr>
          <a:xfrm>
            <a:off x="4379840" y="2026853"/>
            <a:ext cx="1823246" cy="4110422"/>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Publishing platform</a:t>
            </a:r>
          </a:p>
          <a:p>
            <a:pPr lvl="1">
              <a:defRPr sz="1200"/>
            </a:pPr>
            <a:r>
              <a:rPr lang="en-US" sz="1100" b="0" dirty="0">
                <a:solidFill>
                  <a:schemeClr val="accent2"/>
                </a:solidFill>
              </a:rPr>
              <a:t>Information is published across multiple SharePoint sites, with content managed locally by SMEs.</a:t>
            </a:r>
          </a:p>
          <a:p>
            <a:pPr lvl="1">
              <a:defRPr sz="1200"/>
            </a:pPr>
            <a:r>
              <a:rPr lang="en-US" sz="1100" b="0" dirty="0"/>
              <a:t>Knowledge is </a:t>
            </a:r>
            <a:r>
              <a:rPr lang="en-US" sz="1100" b="0" dirty="0" err="1"/>
              <a:t>organised</a:t>
            </a:r>
            <a:r>
              <a:rPr lang="en-US" sz="1100" b="0" dirty="0"/>
              <a:t> as pages, not assets. The structure and quality of knowledge varies.</a:t>
            </a:r>
          </a:p>
          <a:p>
            <a:pPr lvl="1">
              <a:defRPr sz="1200"/>
            </a:pPr>
            <a:r>
              <a:rPr lang="en-US" sz="1100" b="0" dirty="0"/>
              <a:t>Ownership and currency are often unclear. No consistent way to distinguish policy from guidance or local practice.</a:t>
            </a:r>
          </a:p>
          <a:p>
            <a:pPr lvl="1">
              <a:defRPr sz="1200"/>
            </a:pPr>
            <a:r>
              <a:rPr lang="en-US" sz="1100" b="0" dirty="0"/>
              <a:t>Reliance on human interpretation, high effort to maintain trust, AI would surface inconsistent or misleading answers.</a:t>
            </a:r>
          </a:p>
        </p:txBody>
      </p:sp>
      <p:sp>
        <p:nvSpPr>
          <p:cNvPr id="12" name="Text Placeholder 10">
            <a:extLst>
              <a:ext uri="{FF2B5EF4-FFF2-40B4-BE49-F238E27FC236}">
                <a16:creationId xmlns:a16="http://schemas.microsoft.com/office/drawing/2014/main" id="{B502E557-5B87-53AB-5A1B-A85E22B3C153}"/>
              </a:ext>
            </a:extLst>
          </p:cNvPr>
          <p:cNvSpPr txBox="1">
            <a:spLocks/>
          </p:cNvSpPr>
          <p:nvPr/>
        </p:nvSpPr>
        <p:spPr>
          <a:xfrm>
            <a:off x="6264097" y="2026853"/>
            <a:ext cx="1823246" cy="4110422"/>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Managed knowledge</a:t>
            </a:r>
          </a:p>
          <a:p>
            <a:pPr lvl="1">
              <a:defRPr sz="1200"/>
            </a:pPr>
            <a:r>
              <a:rPr lang="en-US" sz="1100" b="0" dirty="0">
                <a:solidFill>
                  <a:schemeClr val="accent2"/>
                </a:solidFill>
              </a:rPr>
              <a:t>Introduction of standards within existing systems.</a:t>
            </a:r>
          </a:p>
          <a:p>
            <a:pPr lvl="1">
              <a:defRPr sz="1200"/>
            </a:pPr>
            <a:r>
              <a:rPr lang="en-US" sz="1100" b="0" dirty="0"/>
              <a:t>Content types are clearly identified with mandatory ownership, audience and review metadata.  </a:t>
            </a:r>
          </a:p>
          <a:p>
            <a:pPr lvl="1">
              <a:defRPr sz="1200"/>
            </a:pPr>
            <a:r>
              <a:rPr lang="en-US" sz="1100" b="0" dirty="0"/>
              <a:t>Page structures are consistent within use case groupings.  Local editors work within specific guidelines.</a:t>
            </a:r>
          </a:p>
          <a:p>
            <a:pPr lvl="1">
              <a:defRPr sz="1200"/>
            </a:pPr>
            <a:r>
              <a:rPr lang="en-US" sz="1100" b="0" dirty="0"/>
              <a:t>This reduces ambiguity and duplication, highlights accountability and means that AI can retrieve content reliably, human judgement is still required.</a:t>
            </a:r>
          </a:p>
          <a:p>
            <a:pPr lvl="1">
              <a:defRPr sz="1200"/>
            </a:pPr>
            <a:endParaRPr lang="en-US" sz="1100" b="0" dirty="0"/>
          </a:p>
        </p:txBody>
      </p:sp>
      <p:sp>
        <p:nvSpPr>
          <p:cNvPr id="14" name="Text Placeholder 9">
            <a:extLst>
              <a:ext uri="{FF2B5EF4-FFF2-40B4-BE49-F238E27FC236}">
                <a16:creationId xmlns:a16="http://schemas.microsoft.com/office/drawing/2014/main" id="{4A36FCE1-7F74-8687-8481-93A28B30EB54}"/>
              </a:ext>
            </a:extLst>
          </p:cNvPr>
          <p:cNvSpPr txBox="1">
            <a:spLocks/>
          </p:cNvSpPr>
          <p:nvPr/>
        </p:nvSpPr>
        <p:spPr>
          <a:xfrm>
            <a:off x="10032611" y="2026852"/>
            <a:ext cx="1823246" cy="4110421"/>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AI-ready knowledge platform</a:t>
            </a:r>
          </a:p>
          <a:p>
            <a:pPr lvl="1">
              <a:defRPr sz="1200"/>
            </a:pPr>
            <a:r>
              <a:rPr lang="en-US" sz="1100" b="0" dirty="0">
                <a:solidFill>
                  <a:schemeClr val="accent2"/>
                </a:solidFill>
              </a:rPr>
              <a:t>Knowledge consumption independent of storage architecture.</a:t>
            </a:r>
          </a:p>
          <a:p>
            <a:pPr lvl="1">
              <a:defRPr sz="1200"/>
            </a:pPr>
            <a:r>
              <a:rPr lang="en-US" sz="1100" b="0" dirty="0"/>
              <a:t>Large scale ingestion of knowledge can be enabled as the source information is clearly </a:t>
            </a:r>
            <a:r>
              <a:rPr lang="en-US" sz="1100" b="0" dirty="0" err="1"/>
              <a:t>signalled</a:t>
            </a:r>
            <a:r>
              <a:rPr lang="en-US" sz="1100" b="0" dirty="0"/>
              <a:t> and trusted.  </a:t>
            </a:r>
          </a:p>
          <a:p>
            <a:pPr lvl="1">
              <a:defRPr sz="1200"/>
            </a:pPr>
            <a:r>
              <a:rPr lang="en-US" sz="1100" b="0" dirty="0"/>
              <a:t>Allows for wider AI use with reduced dependency on individual experts.  </a:t>
            </a:r>
          </a:p>
          <a:p>
            <a:pPr lvl="1">
              <a:defRPr sz="1200"/>
            </a:pPr>
            <a:r>
              <a:rPr lang="en-US" sz="1100" b="0" dirty="0"/>
              <a:t>Unlocks the true productivity gains that AI brings.</a:t>
            </a:r>
          </a:p>
          <a:p>
            <a:pPr lvl="1">
              <a:defRPr sz="1200"/>
            </a:pPr>
            <a:endParaRPr lang="en-US" sz="1100" b="0" dirty="0"/>
          </a:p>
        </p:txBody>
      </p:sp>
      <p:sp>
        <p:nvSpPr>
          <p:cNvPr id="15" name="Text Placeholder 10">
            <a:extLst>
              <a:ext uri="{FF2B5EF4-FFF2-40B4-BE49-F238E27FC236}">
                <a16:creationId xmlns:a16="http://schemas.microsoft.com/office/drawing/2014/main" id="{9962F29F-2DFE-E78D-B752-308A52A547B8}"/>
              </a:ext>
            </a:extLst>
          </p:cNvPr>
          <p:cNvSpPr txBox="1">
            <a:spLocks/>
          </p:cNvSpPr>
          <p:nvPr/>
        </p:nvSpPr>
        <p:spPr>
          <a:xfrm>
            <a:off x="8148354" y="2026852"/>
            <a:ext cx="1823246" cy="4110421"/>
          </a:xfrm>
          <a:prstGeom prst="rect">
            <a:avLst/>
          </a:prstGeom>
          <a:solidFill>
            <a:schemeClr val="bg2"/>
          </a:solidFill>
          <a:ln>
            <a:solidFill>
              <a:schemeClr val="bg2"/>
            </a:solidFill>
          </a:ln>
        </p:spPr>
        <p:txBody>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a:defRPr sz="1400" b="1"/>
            </a:pPr>
            <a:r>
              <a:rPr lang="en-US" sz="1400" b="1" dirty="0">
                <a:solidFill>
                  <a:schemeClr val="accent1"/>
                </a:solidFill>
              </a:rPr>
              <a:t>Governed knowledge asset</a:t>
            </a:r>
          </a:p>
          <a:p>
            <a:pPr lvl="1">
              <a:defRPr sz="1200"/>
            </a:pPr>
            <a:r>
              <a:rPr lang="en-US" sz="1100" b="0" dirty="0">
                <a:solidFill>
                  <a:schemeClr val="accent2"/>
                </a:solidFill>
              </a:rPr>
              <a:t>Making knowledge a trusted asset instead of just content.</a:t>
            </a:r>
          </a:p>
          <a:p>
            <a:pPr lvl="1">
              <a:defRPr sz="1200"/>
            </a:pPr>
            <a:r>
              <a:rPr lang="en-US" sz="1100" b="0" dirty="0"/>
              <a:t>Confidence levels identified and every asset managed through a lifecycle approach.  </a:t>
            </a:r>
          </a:p>
          <a:p>
            <a:pPr lvl="1">
              <a:defRPr sz="1200"/>
            </a:pPr>
            <a:r>
              <a:rPr lang="en-US" sz="1100" b="0" dirty="0"/>
              <a:t>Clear identification of global vs regional applicability.  AI usage rules identified.</a:t>
            </a:r>
          </a:p>
          <a:p>
            <a:pPr lvl="1">
              <a:defRPr sz="1200"/>
            </a:pPr>
            <a:r>
              <a:rPr lang="en-US" sz="1100" b="0" dirty="0"/>
              <a:t>This reduces the risk of the content being used by AI and provides guardrails for application that can allow for more AI experimentation to be done safely.</a:t>
            </a:r>
          </a:p>
          <a:p>
            <a:pPr lvl="1">
              <a:defRPr sz="1200"/>
            </a:pPr>
            <a:endParaRPr lang="en-US" sz="1100" b="0" dirty="0"/>
          </a:p>
        </p:txBody>
      </p:sp>
      <p:sp>
        <p:nvSpPr>
          <p:cNvPr id="3" name="Rectangle: Rounded Corners 2">
            <a:extLst>
              <a:ext uri="{FF2B5EF4-FFF2-40B4-BE49-F238E27FC236}">
                <a16:creationId xmlns:a16="http://schemas.microsoft.com/office/drawing/2014/main" id="{DDFA4966-3CA7-24D7-72E9-687EE3413885}"/>
              </a:ext>
            </a:extLst>
          </p:cNvPr>
          <p:cNvSpPr/>
          <p:nvPr/>
        </p:nvSpPr>
        <p:spPr>
          <a:xfrm>
            <a:off x="4379839" y="1610434"/>
            <a:ext cx="2464513" cy="259309"/>
          </a:xfrm>
          <a:prstGeom prst="round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lIns="144000" tIns="144000" rIns="144000" bIns="144000" rtlCol="0" anchor="ctr" anchorCtr="0"/>
          <a:lstStyle/>
          <a:p>
            <a:pPr algn="ctr"/>
            <a:r>
              <a:rPr lang="en-GB" sz="1400" dirty="0">
                <a:solidFill>
                  <a:schemeClr val="bg1"/>
                </a:solidFill>
                <a:latin typeface="+mj-lt"/>
              </a:rPr>
              <a:t>We are here</a:t>
            </a:r>
          </a:p>
        </p:txBody>
      </p:sp>
      <p:cxnSp>
        <p:nvCxnSpPr>
          <p:cNvPr id="5" name="Straight Arrow Connector 4">
            <a:extLst>
              <a:ext uri="{FF2B5EF4-FFF2-40B4-BE49-F238E27FC236}">
                <a16:creationId xmlns:a16="http://schemas.microsoft.com/office/drawing/2014/main" id="{2F4B645A-0574-A2CC-4025-14FE33A81243}"/>
              </a:ext>
            </a:extLst>
          </p:cNvPr>
          <p:cNvCxnSpPr>
            <a:cxnSpLocks/>
            <a:stCxn id="3" idx="3"/>
          </p:cNvCxnSpPr>
          <p:nvPr/>
        </p:nvCxnSpPr>
        <p:spPr>
          <a:xfrm flipV="1">
            <a:off x="6844352" y="1733264"/>
            <a:ext cx="5011505" cy="0"/>
          </a:xfrm>
          <a:prstGeom prst="straightConnector1">
            <a:avLst/>
          </a:prstGeom>
          <a:ln>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774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4E2E-9C18-90D0-C6F6-8C68FD2B60E7}"/>
              </a:ext>
            </a:extLst>
          </p:cNvPr>
          <p:cNvSpPr>
            <a:spLocks noGrp="1"/>
          </p:cNvSpPr>
          <p:nvPr>
            <p:ph type="title"/>
          </p:nvPr>
        </p:nvSpPr>
        <p:spPr/>
        <p:txBody>
          <a:bodyPr/>
          <a:lstStyle/>
          <a:p>
            <a:r>
              <a:rPr lang="en-US" dirty="0"/>
              <a:t>Design solutions for human + AI collaboration</a:t>
            </a:r>
            <a:endParaRPr lang="en-GB" dirty="0"/>
          </a:p>
        </p:txBody>
      </p:sp>
      <p:sp>
        <p:nvSpPr>
          <p:cNvPr id="3" name="Slide Number Placeholder 2">
            <a:extLst>
              <a:ext uri="{FF2B5EF4-FFF2-40B4-BE49-F238E27FC236}">
                <a16:creationId xmlns:a16="http://schemas.microsoft.com/office/drawing/2014/main" id="{A64EB5E1-25BB-801A-4938-EFC510DED41C}"/>
              </a:ext>
            </a:extLst>
          </p:cNvPr>
          <p:cNvSpPr>
            <a:spLocks noGrp="1"/>
          </p:cNvSpPr>
          <p:nvPr>
            <p:ph type="sldNum" sz="quarter" idx="11"/>
          </p:nvPr>
        </p:nvSpPr>
        <p:spPr/>
        <p:txBody>
          <a:bodyPr/>
          <a:lstStyle/>
          <a:p>
            <a:fld id="{75A6CFFB-7194-4088-A46E-B1739916A60C}" type="slidenum">
              <a:rPr lang="en-GB" smtClean="0"/>
              <a:pPr/>
              <a:t>10</a:t>
            </a:fld>
            <a:endParaRPr lang="en-GB" dirty="0"/>
          </a:p>
        </p:txBody>
      </p:sp>
      <p:sp>
        <p:nvSpPr>
          <p:cNvPr id="4" name="Content Placeholder 3">
            <a:extLst>
              <a:ext uri="{FF2B5EF4-FFF2-40B4-BE49-F238E27FC236}">
                <a16:creationId xmlns:a16="http://schemas.microsoft.com/office/drawing/2014/main" id="{13DDB9F8-9DD9-735C-DCC4-C13B95C4DC62}"/>
              </a:ext>
            </a:extLst>
          </p:cNvPr>
          <p:cNvSpPr>
            <a:spLocks noGrp="1"/>
          </p:cNvSpPr>
          <p:nvPr>
            <p:ph sz="quarter" idx="12"/>
          </p:nvPr>
        </p:nvSpPr>
        <p:spPr/>
        <p:txBody>
          <a:bodyPr/>
          <a:lstStyle/>
          <a:p>
            <a:r>
              <a:rPr lang="en-US" dirty="0"/>
              <a:t>Human + AI design adds value by </a:t>
            </a:r>
            <a:r>
              <a:rPr lang="en-US" dirty="0">
                <a:solidFill>
                  <a:schemeClr val="accent1"/>
                </a:solidFill>
              </a:rPr>
              <a:t>enhancing, not replacing, human accountability. </a:t>
            </a:r>
          </a:p>
          <a:p>
            <a:r>
              <a:rPr lang="en-US" dirty="0"/>
              <a:t>Clear roles, confidence levels, and feedback loops ensure safe, trusted, and scalable collaboration. </a:t>
            </a:r>
          </a:p>
          <a:p>
            <a:r>
              <a:rPr lang="en-US" dirty="0"/>
              <a:t>Thoughtful design prevents over-trust or underuse, helping AI boost insight, maintain accountability, and support better decision-making.</a:t>
            </a:r>
            <a:endParaRPr lang="en-GB" dirty="0"/>
          </a:p>
        </p:txBody>
      </p:sp>
      <p:sp>
        <p:nvSpPr>
          <p:cNvPr id="6" name="Footer Placeholder 5">
            <a:extLst>
              <a:ext uri="{FF2B5EF4-FFF2-40B4-BE49-F238E27FC236}">
                <a16:creationId xmlns:a16="http://schemas.microsoft.com/office/drawing/2014/main" id="{9C8BC22D-7EBD-172D-A5E8-8CFF86BCB08E}"/>
              </a:ext>
            </a:extLst>
          </p:cNvPr>
          <p:cNvSpPr>
            <a:spLocks noGrp="1"/>
          </p:cNvSpPr>
          <p:nvPr>
            <p:ph type="ftr" sz="quarter" idx="18"/>
          </p:nvPr>
        </p:nvSpPr>
        <p:spPr/>
        <p:txBody>
          <a:bodyPr/>
          <a:lstStyle/>
          <a:p>
            <a:r>
              <a:rPr lang="en-GB"/>
              <a:t>Confidential</a:t>
            </a:r>
            <a:endParaRPr lang="en-GB" dirty="0"/>
          </a:p>
        </p:txBody>
      </p:sp>
      <p:graphicFrame>
        <p:nvGraphicFramePr>
          <p:cNvPr id="14" name="Table 13">
            <a:extLst>
              <a:ext uri="{FF2B5EF4-FFF2-40B4-BE49-F238E27FC236}">
                <a16:creationId xmlns:a16="http://schemas.microsoft.com/office/drawing/2014/main" id="{65E616F6-0011-20F9-B263-A3CCBAE860F3}"/>
              </a:ext>
            </a:extLst>
          </p:cNvPr>
          <p:cNvGraphicFramePr>
            <a:graphicFrameLocks noGrp="1"/>
          </p:cNvGraphicFramePr>
          <p:nvPr/>
        </p:nvGraphicFramePr>
        <p:xfrm>
          <a:off x="4387754" y="1426467"/>
          <a:ext cx="7499444" cy="4710806"/>
        </p:xfrm>
        <a:graphic>
          <a:graphicData uri="http://schemas.openxmlformats.org/drawingml/2006/table">
            <a:tbl>
              <a:tblPr firstRow="1">
                <a:tableStyleId>{0E3FDE45-AF77-4B5C-9715-49D594BDF05E}</a:tableStyleId>
              </a:tblPr>
              <a:tblGrid>
                <a:gridCol w="1061594">
                  <a:extLst>
                    <a:ext uri="{9D8B030D-6E8A-4147-A177-3AD203B41FA5}">
                      <a16:colId xmlns:a16="http://schemas.microsoft.com/office/drawing/2014/main" val="2303127972"/>
                    </a:ext>
                  </a:extLst>
                </a:gridCol>
                <a:gridCol w="2145950">
                  <a:extLst>
                    <a:ext uri="{9D8B030D-6E8A-4147-A177-3AD203B41FA5}">
                      <a16:colId xmlns:a16="http://schemas.microsoft.com/office/drawing/2014/main" val="3568399358"/>
                    </a:ext>
                  </a:extLst>
                </a:gridCol>
                <a:gridCol w="2145950">
                  <a:extLst>
                    <a:ext uri="{9D8B030D-6E8A-4147-A177-3AD203B41FA5}">
                      <a16:colId xmlns:a16="http://schemas.microsoft.com/office/drawing/2014/main" val="1911748366"/>
                    </a:ext>
                  </a:extLst>
                </a:gridCol>
                <a:gridCol w="2145950">
                  <a:extLst>
                    <a:ext uri="{9D8B030D-6E8A-4147-A177-3AD203B41FA5}">
                      <a16:colId xmlns:a16="http://schemas.microsoft.com/office/drawing/2014/main" val="3925547170"/>
                    </a:ext>
                  </a:extLst>
                </a:gridCol>
              </a:tblGrid>
              <a:tr h="258663">
                <a:tc>
                  <a:txBody>
                    <a:bodyPr/>
                    <a:lstStyle/>
                    <a:p>
                      <a:pPr algn="ctr"/>
                      <a:endParaRPr lang="en-GB" sz="1050" dirty="0">
                        <a:solidFill>
                          <a:schemeClr val="accent3"/>
                        </a:solidFill>
                        <a:latin typeface="+mj-lt"/>
                      </a:endParaRPr>
                    </a:p>
                  </a:txBody>
                  <a:tcPr anchor="ctr">
                    <a:solidFill>
                      <a:schemeClr val="bg2"/>
                    </a:solidFill>
                  </a:tcPr>
                </a:tc>
                <a:tc>
                  <a:txBody>
                    <a:bodyPr/>
                    <a:lstStyle/>
                    <a:p>
                      <a:pPr algn="ctr"/>
                      <a:r>
                        <a:rPr lang="en-GB" sz="1050" dirty="0">
                          <a:solidFill>
                            <a:schemeClr val="accent1"/>
                          </a:solidFill>
                          <a:latin typeface="+mj-lt"/>
                        </a:rPr>
                        <a:t>Knowledge Management</a:t>
                      </a:r>
                    </a:p>
                  </a:txBody>
                  <a:tcPr anchor="ctr">
                    <a:solidFill>
                      <a:schemeClr val="bg2"/>
                    </a:solidFill>
                  </a:tcPr>
                </a:tc>
                <a:tc>
                  <a:txBody>
                    <a:bodyPr/>
                    <a:lstStyle/>
                    <a:p>
                      <a:pPr algn="ctr"/>
                      <a:r>
                        <a:rPr lang="en-GB" sz="1050" dirty="0">
                          <a:solidFill>
                            <a:schemeClr val="accent1"/>
                          </a:solidFill>
                          <a:latin typeface="+mj-lt"/>
                        </a:rPr>
                        <a:t>AI</a:t>
                      </a:r>
                    </a:p>
                  </a:txBody>
                  <a:tcPr anchor="ctr">
                    <a:solidFill>
                      <a:schemeClr val="bg2"/>
                    </a:solidFill>
                  </a:tcPr>
                </a:tc>
                <a:tc>
                  <a:txBody>
                    <a:bodyPr/>
                    <a:lstStyle/>
                    <a:p>
                      <a:pPr algn="ctr"/>
                      <a:r>
                        <a:rPr lang="en-GB" sz="1050" dirty="0">
                          <a:solidFill>
                            <a:schemeClr val="accent1"/>
                          </a:solidFill>
                          <a:latin typeface="+mj-lt"/>
                        </a:rPr>
                        <a:t>Human</a:t>
                      </a:r>
                    </a:p>
                  </a:txBody>
                  <a:tcPr anchor="ctr">
                    <a:solidFill>
                      <a:schemeClr val="bg2"/>
                    </a:solidFill>
                  </a:tcPr>
                </a:tc>
                <a:extLst>
                  <a:ext uri="{0D108BD9-81ED-4DB2-BD59-A6C34878D82A}">
                    <a16:rowId xmlns:a16="http://schemas.microsoft.com/office/drawing/2014/main" val="3598129382"/>
                  </a:ext>
                </a:extLst>
              </a:tr>
              <a:tr h="1191419">
                <a:tc>
                  <a:txBody>
                    <a:bodyPr/>
                    <a:lstStyle/>
                    <a:p>
                      <a:pPr algn="l"/>
                      <a:r>
                        <a:rPr lang="en-GB" sz="1000" dirty="0">
                          <a:solidFill>
                            <a:schemeClr val="accent1"/>
                          </a:solidFill>
                          <a:latin typeface="+mj-lt"/>
                        </a:rPr>
                        <a:t>KM sets intent, AI accelerates access, humans retain authority.</a:t>
                      </a:r>
                    </a:p>
                  </a:txBody>
                  <a:tcPr>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KM identifies what the organisation stands behind. By curating authoritative sources, assigning ownership, and </a:t>
                      </a:r>
                      <a:r>
                        <a:rPr lang="en-US" sz="1000" dirty="0" err="1">
                          <a:solidFill>
                            <a:schemeClr val="accent3"/>
                          </a:solidFill>
                          <a:latin typeface="+mj-lt"/>
                        </a:rPr>
                        <a:t>signalling</a:t>
                      </a:r>
                      <a:r>
                        <a:rPr lang="en-US" sz="1000" dirty="0">
                          <a:solidFill>
                            <a:schemeClr val="accent3"/>
                          </a:solidFill>
                          <a:latin typeface="+mj-lt"/>
                        </a:rPr>
                        <a:t> confidence, KM defines the boundaries within which AI is allowed to operate.</a:t>
                      </a:r>
                      <a:endParaRPr lang="en-GB" sz="1000" dirty="0">
                        <a:solidFill>
                          <a:schemeClr val="accent3"/>
                        </a:solidFill>
                        <a:latin typeface="+mj-lt"/>
                      </a:endParaRPr>
                    </a:p>
                  </a:txBody>
                  <a:tcPr anchor="ctr">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AI does not decide what is important; it reflects the signals it is given. When knowledge is curated and trust‑scored, AI can reliably retrieve and </a:t>
                      </a:r>
                      <a:r>
                        <a:rPr lang="en-US" sz="1000" dirty="0" err="1">
                          <a:solidFill>
                            <a:schemeClr val="accent3"/>
                          </a:solidFill>
                          <a:latin typeface="+mj-lt"/>
                        </a:rPr>
                        <a:t>summarise</a:t>
                      </a:r>
                      <a:r>
                        <a:rPr lang="en-US" sz="1000" dirty="0">
                          <a:solidFill>
                            <a:schemeClr val="accent3"/>
                          </a:solidFill>
                          <a:latin typeface="+mj-lt"/>
                        </a:rPr>
                        <a:t> without amplifying noise or contradiction.</a:t>
                      </a:r>
                      <a:endParaRPr lang="en-GB" sz="1000" dirty="0">
                        <a:solidFill>
                          <a:schemeClr val="accent3"/>
                        </a:solidFill>
                        <a:latin typeface="+mj-lt"/>
                      </a:endParaRPr>
                    </a:p>
                  </a:txBody>
                  <a:tcPr anchor="ctr">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Humans make decisions with confidence because the AI output is grounded in knowledge the organisation has explicitly validated. Accountability remains human, but effort is significantly reduced.</a:t>
                      </a:r>
                      <a:endParaRPr lang="en-GB" sz="1000" dirty="0">
                        <a:solidFill>
                          <a:schemeClr val="accent3"/>
                        </a:solidFill>
                        <a:latin typeface="+mj-lt"/>
                      </a:endParaRPr>
                    </a:p>
                  </a:txBody>
                  <a:tcPr anchor="ctr">
                    <a:lnB w="12700" cap="flat" cmpd="sng" algn="ctr">
                      <a:solidFill>
                        <a:schemeClr val="bg1">
                          <a:lumMod val="9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4150455395"/>
                  </a:ext>
                </a:extLst>
              </a:tr>
              <a:tr h="1034653">
                <a:tc>
                  <a:txBody>
                    <a:bodyPr/>
                    <a:lstStyle/>
                    <a:p>
                      <a:pPr algn="l"/>
                      <a:r>
                        <a:rPr lang="en-US" sz="1000" dirty="0">
                          <a:solidFill>
                            <a:schemeClr val="accent1"/>
                          </a:solidFill>
                          <a:latin typeface="+mj-lt"/>
                        </a:rPr>
                        <a:t>AI supports thinking faster, humans still do the thinking that matters.</a:t>
                      </a:r>
                      <a:endParaRPr lang="en-GB" sz="100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KM ensures knowledge is </a:t>
                      </a:r>
                      <a:r>
                        <a:rPr lang="en-US" sz="1000" dirty="0" err="1">
                          <a:solidFill>
                            <a:schemeClr val="accent3"/>
                          </a:solidFill>
                          <a:latin typeface="+mj-lt"/>
                        </a:rPr>
                        <a:t>organised</a:t>
                      </a:r>
                      <a:r>
                        <a:rPr lang="en-US" sz="1000" dirty="0">
                          <a:solidFill>
                            <a:schemeClr val="accent3"/>
                          </a:solidFill>
                          <a:latin typeface="+mj-lt"/>
                        </a:rPr>
                        <a:t> so alternatives, constraints, and implications can be meaningfully compared. This is critical — unstructured knowledge produces misleading choices.</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AI is excellent at surfacing alternatives, </a:t>
                      </a:r>
                      <a:r>
                        <a:rPr lang="en-US" sz="1000" dirty="0" err="1">
                          <a:solidFill>
                            <a:schemeClr val="accent3"/>
                          </a:solidFill>
                          <a:latin typeface="+mj-lt"/>
                        </a:rPr>
                        <a:t>summarising</a:t>
                      </a:r>
                      <a:r>
                        <a:rPr lang="en-US" sz="1000" dirty="0">
                          <a:solidFill>
                            <a:schemeClr val="accent3"/>
                          </a:solidFill>
                          <a:latin typeface="+mj-lt"/>
                        </a:rPr>
                        <a:t> pros and cons, and identifying patterns across structured content — but it does not know which option is ‘right’.</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Humans bring professional judgement, situational awareness, ethics, and accountability to choose between options — especially where trade‑offs or uncertainty exist.</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723111954"/>
                  </a:ext>
                </a:extLst>
              </a:tr>
              <a:tr h="1348184">
                <a:tc>
                  <a:txBody>
                    <a:bodyPr/>
                    <a:lstStyle/>
                    <a:p>
                      <a:pPr algn="l"/>
                      <a:r>
                        <a:rPr lang="en-US" sz="1000" dirty="0">
                          <a:solidFill>
                            <a:schemeClr val="accent1"/>
                          </a:solidFill>
                          <a:latin typeface="+mj-lt"/>
                        </a:rPr>
                        <a:t>AI exposes problems early, humans resolve them. KM ensures the resolution updates the system.</a:t>
                      </a:r>
                      <a:endParaRPr lang="en-GB" sz="100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KM establishes what ‘normal’ looks like and what happens when reality does not match it. Ownership and escalation paths ensure ambiguity has somewhere to go.</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AI is extremely effective at detecting conflict: duplicated guidance, contradictory statements, or deviation from standards. Flagging is a strength — resolution is not.</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tc>
                  <a:txBody>
                    <a:bodyPr/>
                    <a:lstStyle/>
                    <a:p>
                      <a:pPr algn="l"/>
                      <a:r>
                        <a:rPr lang="en-US" sz="1000" dirty="0">
                          <a:solidFill>
                            <a:schemeClr val="accent3"/>
                          </a:solidFill>
                          <a:latin typeface="+mj-lt"/>
                        </a:rPr>
                        <a:t>Only humans can decide which interpretation applies, whether an exception is acceptable, or whether the standard itself needs to change.</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029329934"/>
                  </a:ext>
                </a:extLst>
              </a:tr>
              <a:tr h="877887">
                <a:tc>
                  <a:txBody>
                    <a:bodyPr/>
                    <a:lstStyle/>
                    <a:p>
                      <a:pPr algn="l"/>
                      <a:r>
                        <a:rPr lang="en-US" sz="1000" dirty="0">
                          <a:solidFill>
                            <a:schemeClr val="accent1"/>
                          </a:solidFill>
                          <a:latin typeface="+mj-lt"/>
                        </a:rPr>
                        <a:t>Speed without governance creates risk, governed speed creates value.</a:t>
                      </a:r>
                      <a:endParaRPr lang="en-GB" sz="1000" dirty="0">
                        <a:solidFill>
                          <a:schemeClr val="accent1"/>
                        </a:solidFill>
                        <a:latin typeface="+mj-lt"/>
                      </a:endParaRPr>
                    </a:p>
                  </a:txBody>
                  <a:tcPr>
                    <a:lnT w="12700" cap="flat" cmpd="sng" algn="ctr">
                      <a:solidFill>
                        <a:schemeClr val="bg1">
                          <a:lumMod val="95000"/>
                        </a:schemeClr>
                      </a:solidFill>
                      <a:prstDash val="solid"/>
                      <a:round/>
                      <a:headEnd type="none" w="med" len="med"/>
                      <a:tailEnd type="none" w="med" len="med"/>
                    </a:lnT>
                    <a:solidFill>
                      <a:schemeClr val="bg2"/>
                    </a:solidFill>
                  </a:tcPr>
                </a:tc>
                <a:tc>
                  <a:txBody>
                    <a:bodyPr/>
                    <a:lstStyle/>
                    <a:p>
                      <a:pPr algn="l"/>
                      <a:r>
                        <a:rPr lang="en-US" sz="1000" dirty="0">
                          <a:solidFill>
                            <a:schemeClr val="accent3"/>
                          </a:solidFill>
                          <a:latin typeface="+mj-lt"/>
                        </a:rPr>
                        <a:t>KM manages lifecycle, applicability and confidence so that knowledge does not silently decay or drift in meaning over time.</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solidFill>
                      <a:schemeClr val="bg2"/>
                    </a:solidFill>
                  </a:tcPr>
                </a:tc>
                <a:tc>
                  <a:txBody>
                    <a:bodyPr/>
                    <a:lstStyle/>
                    <a:p>
                      <a:pPr algn="l"/>
                      <a:r>
                        <a:rPr lang="en-US" sz="1000" dirty="0">
                          <a:solidFill>
                            <a:schemeClr val="accent3"/>
                          </a:solidFill>
                          <a:latin typeface="+mj-lt"/>
                        </a:rPr>
                        <a:t>With clear scoping and currency, AI can respond quickly and appropriately — and refuse where confidence is low or scope is unclear.</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solidFill>
                      <a:schemeClr val="bg2"/>
                    </a:solidFill>
                  </a:tcPr>
                </a:tc>
                <a:tc>
                  <a:txBody>
                    <a:bodyPr/>
                    <a:lstStyle/>
                    <a:p>
                      <a:pPr algn="l"/>
                      <a:r>
                        <a:rPr lang="en-US" sz="1000" dirty="0">
                          <a:solidFill>
                            <a:schemeClr val="accent3"/>
                          </a:solidFill>
                          <a:latin typeface="+mj-lt"/>
                        </a:rPr>
                        <a:t>Humans remain accountable for decisions and advice, but they operate with clearer signals about how much reliance can be placed on the AI’s output.</a:t>
                      </a:r>
                      <a:endParaRPr lang="en-GB" sz="1000" dirty="0">
                        <a:solidFill>
                          <a:schemeClr val="accent3"/>
                        </a:solidFill>
                        <a:latin typeface="+mj-lt"/>
                      </a:endParaRPr>
                    </a:p>
                  </a:txBody>
                  <a:tcPr anchor="ctr">
                    <a:lnT w="12700" cap="flat" cmpd="sng" algn="ctr">
                      <a:solidFill>
                        <a:schemeClr val="bg1">
                          <a:lumMod val="95000"/>
                        </a:schemeClr>
                      </a:solidFill>
                      <a:prstDash val="solid"/>
                      <a:round/>
                      <a:headEnd type="none" w="med" len="med"/>
                      <a:tailEnd type="none" w="med" len="med"/>
                    </a:lnT>
                    <a:solidFill>
                      <a:schemeClr val="bg2"/>
                    </a:solidFill>
                  </a:tcPr>
                </a:tc>
                <a:extLst>
                  <a:ext uri="{0D108BD9-81ED-4DB2-BD59-A6C34878D82A}">
                    <a16:rowId xmlns:a16="http://schemas.microsoft.com/office/drawing/2014/main" val="2867420336"/>
                  </a:ext>
                </a:extLst>
              </a:tr>
            </a:tbl>
          </a:graphicData>
        </a:graphic>
      </p:graphicFrame>
    </p:spTree>
    <p:extLst>
      <p:ext uri="{BB962C8B-B14F-4D97-AF65-F5344CB8AC3E}">
        <p14:creationId xmlns:p14="http://schemas.microsoft.com/office/powerpoint/2010/main" val="621400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20779-AFCA-B70F-3021-52A67AEF4569}"/>
              </a:ext>
            </a:extLst>
          </p:cNvPr>
          <p:cNvSpPr>
            <a:spLocks noGrp="1"/>
          </p:cNvSpPr>
          <p:nvPr>
            <p:ph type="title"/>
          </p:nvPr>
        </p:nvSpPr>
        <p:spPr/>
        <p:txBody>
          <a:bodyPr/>
          <a:lstStyle/>
          <a:p>
            <a:r>
              <a:rPr lang="en-GB" dirty="0"/>
              <a:t>Measure what matters</a:t>
            </a:r>
          </a:p>
        </p:txBody>
      </p:sp>
      <p:sp>
        <p:nvSpPr>
          <p:cNvPr id="4" name="Slide Number Placeholder 3">
            <a:extLst>
              <a:ext uri="{FF2B5EF4-FFF2-40B4-BE49-F238E27FC236}">
                <a16:creationId xmlns:a16="http://schemas.microsoft.com/office/drawing/2014/main" id="{1CF4E4DC-1858-C28B-29B8-5C92CA4599E7}"/>
              </a:ext>
            </a:extLst>
          </p:cNvPr>
          <p:cNvSpPr>
            <a:spLocks noGrp="1"/>
          </p:cNvSpPr>
          <p:nvPr>
            <p:ph type="sldNum" sz="quarter" idx="11"/>
          </p:nvPr>
        </p:nvSpPr>
        <p:spPr/>
        <p:txBody>
          <a:bodyPr/>
          <a:lstStyle/>
          <a:p>
            <a:fld id="{75A6CFFB-7194-4088-A46E-B1739916A60C}" type="slidenum">
              <a:rPr lang="en-GB" smtClean="0"/>
              <a:pPr/>
              <a:t>11</a:t>
            </a:fld>
            <a:endParaRPr lang="en-GB" dirty="0"/>
          </a:p>
        </p:txBody>
      </p:sp>
      <p:sp>
        <p:nvSpPr>
          <p:cNvPr id="6" name="Content Placeholder 5">
            <a:extLst>
              <a:ext uri="{FF2B5EF4-FFF2-40B4-BE49-F238E27FC236}">
                <a16:creationId xmlns:a16="http://schemas.microsoft.com/office/drawing/2014/main" id="{22039D6C-49A1-8577-8D8B-E60AD7CA1FFA}"/>
              </a:ext>
            </a:extLst>
          </p:cNvPr>
          <p:cNvSpPr>
            <a:spLocks noGrp="1"/>
          </p:cNvSpPr>
          <p:nvPr>
            <p:ph sz="quarter" idx="12"/>
          </p:nvPr>
        </p:nvSpPr>
        <p:spPr>
          <a:xfrm>
            <a:off x="720023" y="2798868"/>
            <a:ext cx="3439251" cy="3503136"/>
          </a:xfrm>
          <a:ln>
            <a:solidFill>
              <a:schemeClr val="bg2"/>
            </a:solidFill>
          </a:ln>
        </p:spPr>
        <p:txBody>
          <a:bodyPr lIns="72000" tIns="72000" rIns="72000" bIns="72000"/>
          <a:lstStyle/>
          <a:p>
            <a:r>
              <a:rPr lang="en-GB" dirty="0">
                <a:solidFill>
                  <a:schemeClr val="accent1"/>
                </a:solidFill>
              </a:rPr>
              <a:t>Trust and accuracy</a:t>
            </a:r>
          </a:p>
          <a:p>
            <a:r>
              <a:rPr lang="en-GB" sz="1400" dirty="0"/>
              <a:t>Focussing on the quality of the AI-generated outputs.</a:t>
            </a:r>
          </a:p>
          <a:p>
            <a:pPr marL="285750" indent="-285750">
              <a:buClr>
                <a:schemeClr val="accent2"/>
              </a:buClr>
              <a:buFont typeface="Wingdings" panose="05000000000000000000" pitchFamily="2" charset="2"/>
              <a:buChar char="§"/>
            </a:pPr>
            <a:r>
              <a:rPr lang="en-GB" sz="1200" dirty="0"/>
              <a:t>AI accuracy rate </a:t>
            </a:r>
            <a:r>
              <a:rPr lang="en-GB" sz="1200" dirty="0">
                <a:solidFill>
                  <a:schemeClr val="accent3"/>
                </a:solidFill>
              </a:rPr>
              <a:t>– the % of AI-generated responses that are technically correct and aligned with Tier 1 knowledge.  Measured through SME sampling.</a:t>
            </a:r>
          </a:p>
          <a:p>
            <a:pPr marL="285750" indent="-285750">
              <a:buClr>
                <a:schemeClr val="accent2"/>
              </a:buClr>
              <a:buFont typeface="Wingdings" panose="05000000000000000000" pitchFamily="2" charset="2"/>
              <a:buChar char="§"/>
            </a:pPr>
            <a:r>
              <a:rPr lang="en-GB" sz="1200" dirty="0"/>
              <a:t>Hallucination frequency </a:t>
            </a:r>
            <a:r>
              <a:rPr lang="en-GB" sz="1200" dirty="0">
                <a:solidFill>
                  <a:schemeClr val="accent3"/>
                </a:solidFill>
              </a:rPr>
              <a:t>– How often AI provides and answer that is not grounded in the knowledge base.  Measured by AI audit logs.</a:t>
            </a:r>
          </a:p>
          <a:p>
            <a:pPr marL="285750" indent="-285750">
              <a:buClr>
                <a:schemeClr val="accent2"/>
              </a:buClr>
              <a:buFont typeface="Wingdings" panose="05000000000000000000" pitchFamily="2" charset="2"/>
              <a:buChar char="§"/>
            </a:pPr>
            <a:r>
              <a:rPr lang="en-GB" sz="1200" dirty="0"/>
              <a:t>User trust score </a:t>
            </a:r>
            <a:r>
              <a:rPr lang="en-GB" sz="1200" dirty="0">
                <a:solidFill>
                  <a:schemeClr val="accent3"/>
                </a:solidFill>
              </a:rPr>
              <a:t>– The perceived reliability of AI outputs by the end users.  Measured through feedback mechanisms directly within the AI interface.</a:t>
            </a:r>
          </a:p>
        </p:txBody>
      </p:sp>
      <p:sp>
        <p:nvSpPr>
          <p:cNvPr id="7" name="Content Placeholder 6">
            <a:extLst>
              <a:ext uri="{FF2B5EF4-FFF2-40B4-BE49-F238E27FC236}">
                <a16:creationId xmlns:a16="http://schemas.microsoft.com/office/drawing/2014/main" id="{B57C38FA-D322-5375-53D6-4422A1AC16FD}"/>
              </a:ext>
            </a:extLst>
          </p:cNvPr>
          <p:cNvSpPr>
            <a:spLocks noGrp="1"/>
          </p:cNvSpPr>
          <p:nvPr>
            <p:ph sz="quarter" idx="16"/>
          </p:nvPr>
        </p:nvSpPr>
        <p:spPr>
          <a:xfrm>
            <a:off x="4376024" y="2798868"/>
            <a:ext cx="3439251" cy="3503136"/>
          </a:xfrm>
          <a:ln>
            <a:solidFill>
              <a:schemeClr val="bg2"/>
            </a:solidFill>
          </a:ln>
        </p:spPr>
        <p:txBody>
          <a:bodyPr lIns="72000" tIns="72000" rIns="72000" bIns="72000"/>
          <a:lstStyle/>
          <a:p>
            <a:r>
              <a:rPr lang="en-GB" dirty="0">
                <a:solidFill>
                  <a:schemeClr val="accent1"/>
                </a:solidFill>
              </a:rPr>
              <a:t>Governance and readiness</a:t>
            </a:r>
          </a:p>
          <a:p>
            <a:r>
              <a:rPr lang="en-GB" sz="1400" dirty="0"/>
              <a:t>Monitoring the AI-readiness of our knowledge assets.</a:t>
            </a:r>
          </a:p>
          <a:p>
            <a:pPr marL="285750" indent="-285750">
              <a:buClr>
                <a:schemeClr val="accent2"/>
              </a:buClr>
              <a:buFont typeface="Wingdings" panose="05000000000000000000" pitchFamily="2" charset="2"/>
              <a:buChar char="§"/>
            </a:pPr>
            <a:r>
              <a:rPr lang="en-GB" sz="1200" dirty="0"/>
              <a:t>Metadata completeness </a:t>
            </a:r>
            <a:r>
              <a:rPr lang="en-GB" sz="1200" dirty="0">
                <a:solidFill>
                  <a:schemeClr val="accent3"/>
                </a:solidFill>
              </a:rPr>
              <a:t>– The % of SharePoint assets that all have mandatory AI-governance fields complete.  </a:t>
            </a:r>
            <a:r>
              <a:rPr lang="en-GB" sz="1200" dirty="0" err="1">
                <a:solidFill>
                  <a:schemeClr val="accent3"/>
                </a:solidFill>
              </a:rPr>
              <a:t>PowerBI</a:t>
            </a:r>
            <a:r>
              <a:rPr lang="en-GB" sz="1200" dirty="0">
                <a:solidFill>
                  <a:schemeClr val="accent3"/>
                </a:solidFill>
              </a:rPr>
              <a:t> automated reporting.</a:t>
            </a:r>
          </a:p>
          <a:p>
            <a:pPr marL="285750" indent="-285750">
              <a:buClr>
                <a:schemeClr val="accent2"/>
              </a:buClr>
              <a:buFont typeface="Wingdings" panose="05000000000000000000" pitchFamily="2" charset="2"/>
              <a:buChar char="§"/>
            </a:pPr>
            <a:r>
              <a:rPr lang="en-GB" sz="1200" dirty="0"/>
              <a:t>Knowledge freshness </a:t>
            </a:r>
            <a:r>
              <a:rPr lang="en-GB" sz="1200" dirty="0">
                <a:solidFill>
                  <a:schemeClr val="accent3"/>
                </a:solidFill>
              </a:rPr>
              <a:t>– The % of Tier 1 (Authoritative) assets that have been reviewed / validated in the last 6/12 months.  Lifecycle tracking using metadata.</a:t>
            </a:r>
          </a:p>
          <a:p>
            <a:pPr marL="285750" indent="-285750">
              <a:buClr>
                <a:schemeClr val="accent2"/>
              </a:buClr>
              <a:buFont typeface="Wingdings" panose="05000000000000000000" pitchFamily="2" charset="2"/>
              <a:buChar char="§"/>
            </a:pPr>
            <a:r>
              <a:rPr lang="en-GB" sz="1200" dirty="0"/>
              <a:t>Tier 1 coverage </a:t>
            </a:r>
            <a:r>
              <a:rPr lang="en-GB" sz="1200" dirty="0">
                <a:solidFill>
                  <a:schemeClr val="accent3"/>
                </a:solidFill>
              </a:rPr>
              <a:t>– The volume of authoritative knowledge available to the AI.  Measured through inventory audits</a:t>
            </a:r>
            <a:r>
              <a:rPr lang="en-GB" sz="1400" dirty="0">
                <a:solidFill>
                  <a:schemeClr val="accent3"/>
                </a:solidFill>
              </a:rPr>
              <a:t>.</a:t>
            </a:r>
          </a:p>
          <a:p>
            <a:pPr marL="285750" indent="-285750">
              <a:buClr>
                <a:schemeClr val="accent2"/>
              </a:buClr>
              <a:buFont typeface="Wingdings" panose="05000000000000000000" pitchFamily="2" charset="2"/>
              <a:buChar char="§"/>
            </a:pPr>
            <a:r>
              <a:rPr lang="en-US" sz="1200" dirty="0"/>
              <a:t>Contradiction resolution rate </a:t>
            </a:r>
            <a:r>
              <a:rPr lang="en-US" sz="1200" dirty="0">
                <a:solidFill>
                  <a:schemeClr val="accent3"/>
                </a:solidFill>
              </a:rPr>
              <a:t>– % of detected conflicts resolved through editorial review.</a:t>
            </a:r>
            <a:endParaRPr lang="en-GB" sz="1200" dirty="0">
              <a:solidFill>
                <a:schemeClr val="accent3"/>
              </a:solidFill>
            </a:endParaRPr>
          </a:p>
        </p:txBody>
      </p:sp>
      <p:sp>
        <p:nvSpPr>
          <p:cNvPr id="8" name="Content Placeholder 7">
            <a:extLst>
              <a:ext uri="{FF2B5EF4-FFF2-40B4-BE49-F238E27FC236}">
                <a16:creationId xmlns:a16="http://schemas.microsoft.com/office/drawing/2014/main" id="{64B33DC8-3CBE-C82A-B312-5C882DBC4861}"/>
              </a:ext>
            </a:extLst>
          </p:cNvPr>
          <p:cNvSpPr>
            <a:spLocks noGrp="1"/>
          </p:cNvSpPr>
          <p:nvPr>
            <p:ph sz="quarter" idx="17"/>
          </p:nvPr>
        </p:nvSpPr>
        <p:spPr>
          <a:xfrm>
            <a:off x="8032024" y="2798868"/>
            <a:ext cx="3439251" cy="3503136"/>
          </a:xfrm>
          <a:ln>
            <a:solidFill>
              <a:schemeClr val="bg2"/>
            </a:solidFill>
          </a:ln>
        </p:spPr>
        <p:txBody>
          <a:bodyPr lIns="72000" tIns="72000" rIns="72000" bIns="72000"/>
          <a:lstStyle/>
          <a:p>
            <a:r>
              <a:rPr lang="en-GB" dirty="0">
                <a:solidFill>
                  <a:schemeClr val="accent1"/>
                </a:solidFill>
              </a:rPr>
              <a:t>Productivity and value</a:t>
            </a:r>
          </a:p>
          <a:p>
            <a:r>
              <a:rPr lang="en-GB" sz="1400" dirty="0"/>
              <a:t>Proving the strategic asset status of KM.</a:t>
            </a:r>
            <a:br>
              <a:rPr lang="en-GB" sz="1400" dirty="0"/>
            </a:br>
            <a:endParaRPr lang="en-GB" sz="1400" dirty="0"/>
          </a:p>
          <a:p>
            <a:pPr marL="285750" indent="-285750">
              <a:buFont typeface="Wingdings" panose="05000000000000000000" pitchFamily="2" charset="2"/>
              <a:buChar char="§"/>
            </a:pPr>
            <a:r>
              <a:rPr lang="en-GB" sz="1200" dirty="0"/>
              <a:t>Time to answer </a:t>
            </a:r>
            <a:r>
              <a:rPr lang="en-GB" sz="1200" dirty="0">
                <a:solidFill>
                  <a:schemeClr val="accent3"/>
                </a:solidFill>
              </a:rPr>
              <a:t>– The reduction in time spent searching for policy or best practice.  Measured by comparing average search session duration vs AI interaction duration.</a:t>
            </a:r>
          </a:p>
          <a:p>
            <a:pPr marL="285750" indent="-285750">
              <a:buClr>
                <a:schemeClr val="accent2"/>
              </a:buClr>
              <a:buFont typeface="Wingdings" panose="05000000000000000000" pitchFamily="2" charset="2"/>
              <a:buChar char="§"/>
            </a:pPr>
            <a:r>
              <a:rPr lang="en-GB" sz="1200" dirty="0"/>
              <a:t>Expert deflection rate </a:t>
            </a:r>
            <a:r>
              <a:rPr lang="en-GB" sz="1200" dirty="0">
                <a:solidFill>
                  <a:schemeClr val="accent3"/>
                </a:solidFill>
              </a:rPr>
              <a:t>– The reduction in low-risk repetitive questions reaching SMEs / helpdesk.  Tracked by monitoring volumes of ‘how / where do I? helpdesk requests.</a:t>
            </a:r>
          </a:p>
          <a:p>
            <a:pPr marL="285750" indent="-285750">
              <a:buClr>
                <a:schemeClr val="accent2"/>
              </a:buClr>
              <a:buFont typeface="Wingdings" panose="05000000000000000000" pitchFamily="2" charset="2"/>
              <a:buChar char="§"/>
            </a:pPr>
            <a:r>
              <a:rPr lang="en-GB" sz="1200" dirty="0"/>
              <a:t>Knowledge gap identification </a:t>
            </a:r>
            <a:r>
              <a:rPr lang="en-GB" sz="1200" dirty="0">
                <a:solidFill>
                  <a:schemeClr val="accent3"/>
                </a:solidFill>
              </a:rPr>
              <a:t>– The number of unanswered questions that lead to the creation of new Tier 1 knowledge.  Review AI logs for ‘no authoritative source’.</a:t>
            </a:r>
          </a:p>
        </p:txBody>
      </p:sp>
      <p:sp>
        <p:nvSpPr>
          <p:cNvPr id="5" name="Footer Placeholder 4">
            <a:extLst>
              <a:ext uri="{FF2B5EF4-FFF2-40B4-BE49-F238E27FC236}">
                <a16:creationId xmlns:a16="http://schemas.microsoft.com/office/drawing/2014/main" id="{81FF8F69-89B0-8E72-2D13-054D1EB60961}"/>
              </a:ext>
            </a:extLst>
          </p:cNvPr>
          <p:cNvSpPr>
            <a:spLocks noGrp="1"/>
          </p:cNvSpPr>
          <p:nvPr>
            <p:ph type="ftr" sz="quarter" idx="19"/>
          </p:nvPr>
        </p:nvSpPr>
        <p:spPr>
          <a:xfrm>
            <a:off x="7213600" y="6117610"/>
            <a:ext cx="4150360" cy="282574"/>
          </a:xfrm>
        </p:spPr>
        <p:txBody>
          <a:bodyPr/>
          <a:lstStyle/>
          <a:p>
            <a:r>
              <a:rPr lang="en-GB"/>
              <a:t>Confidential</a:t>
            </a:r>
            <a:endParaRPr lang="en-GB" dirty="0"/>
          </a:p>
        </p:txBody>
      </p:sp>
      <p:sp>
        <p:nvSpPr>
          <p:cNvPr id="13" name="Content Placeholder 5">
            <a:extLst>
              <a:ext uri="{FF2B5EF4-FFF2-40B4-BE49-F238E27FC236}">
                <a16:creationId xmlns:a16="http://schemas.microsoft.com/office/drawing/2014/main" id="{BDA9924E-2376-49A1-82F1-075A1BE051F5}"/>
              </a:ext>
            </a:extLst>
          </p:cNvPr>
          <p:cNvSpPr txBox="1">
            <a:spLocks/>
          </p:cNvSpPr>
          <p:nvPr/>
        </p:nvSpPr>
        <p:spPr>
          <a:xfrm>
            <a:off x="720023" y="1126776"/>
            <a:ext cx="5297707" cy="1531276"/>
          </a:xfrm>
          <a:prstGeom prst="rect">
            <a:avLst/>
          </a:prstGeom>
          <a:solidFill>
            <a:schemeClr val="bg2"/>
          </a:solidFill>
          <a:ln>
            <a:noFill/>
          </a:ln>
        </p:spPr>
        <p:style>
          <a:lnRef idx="2">
            <a:schemeClr val="accent2"/>
          </a:lnRef>
          <a:fillRef idx="1">
            <a:schemeClr val="lt1"/>
          </a:fillRef>
          <a:effectRef idx="0">
            <a:schemeClr val="accent2"/>
          </a:effectRef>
          <a:fontRef idx="minor">
            <a:schemeClr val="dk1"/>
          </a:fontRef>
        </p:style>
        <p:txBody>
          <a:bodyPr vert="horz" lIns="72000" tIns="72000" rIns="72000" bIns="72000" rtlCol="0">
            <a:noAutofit/>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r>
              <a:rPr lang="en-GB" dirty="0">
                <a:solidFill>
                  <a:schemeClr val="accent1"/>
                </a:solidFill>
              </a:rPr>
              <a:t>Confidence score</a:t>
            </a:r>
          </a:p>
          <a:p>
            <a:r>
              <a:rPr lang="en-GB" sz="1400" dirty="0"/>
              <a:t>The combined score that informs how ‘safe’ our AI environment is at any point in time.</a:t>
            </a:r>
          </a:p>
          <a:p>
            <a:r>
              <a:rPr lang="en-US" sz="1400" dirty="0"/>
              <a:t>Confidence Score = (% Metadata Completeness) × (% Knowledge Freshness) × (% Tier 1 Accuracy)</a:t>
            </a:r>
          </a:p>
        </p:txBody>
      </p:sp>
      <p:sp>
        <p:nvSpPr>
          <p:cNvPr id="14" name="Content Placeholder 5">
            <a:extLst>
              <a:ext uri="{FF2B5EF4-FFF2-40B4-BE49-F238E27FC236}">
                <a16:creationId xmlns:a16="http://schemas.microsoft.com/office/drawing/2014/main" id="{230F6C63-274B-4598-B7AD-D40322E45BE2}"/>
              </a:ext>
            </a:extLst>
          </p:cNvPr>
          <p:cNvSpPr txBox="1">
            <a:spLocks/>
          </p:cNvSpPr>
          <p:nvPr/>
        </p:nvSpPr>
        <p:spPr>
          <a:xfrm>
            <a:off x="6017730" y="1126776"/>
            <a:ext cx="5561563" cy="1531276"/>
          </a:xfrm>
          <a:prstGeom prst="rect">
            <a:avLst/>
          </a:prstGeom>
          <a:solidFill>
            <a:schemeClr val="bg2"/>
          </a:solidFill>
          <a:ln>
            <a:noFill/>
          </a:ln>
        </p:spPr>
        <p:style>
          <a:lnRef idx="2">
            <a:schemeClr val="accent2"/>
          </a:lnRef>
          <a:fillRef idx="1">
            <a:schemeClr val="lt1"/>
          </a:fillRef>
          <a:effectRef idx="0">
            <a:schemeClr val="accent2"/>
          </a:effectRef>
          <a:fontRef idx="minor">
            <a:schemeClr val="dk1"/>
          </a:fontRef>
        </p:style>
        <p:txBody>
          <a:bodyPr vert="horz" lIns="72000" tIns="72000" rIns="72000" bIns="72000" rtlCol="0" anchor="ctr">
            <a:noAutofit/>
          </a:bodyPr>
          <a:lstStyle>
            <a:lvl1pPr marL="0" indent="0" algn="l" defTabSz="914400" rtl="0" eaLnBrk="1" latinLnBrk="0" hangingPunct="1">
              <a:lnSpc>
                <a:spcPct val="105000"/>
              </a:lnSpc>
              <a:spcBef>
                <a:spcPts val="0"/>
              </a:spcBef>
              <a:spcAft>
                <a:spcPts val="600"/>
              </a:spcAft>
              <a:buFontTx/>
              <a:buNone/>
              <a:defRPr sz="1800" b="0" kern="1200">
                <a:solidFill>
                  <a:schemeClr val="accent2"/>
                </a:solidFill>
                <a:latin typeface="+mj-lt"/>
                <a:ea typeface="+mn-ea"/>
                <a:cs typeface="+mn-cs"/>
              </a:defRPr>
            </a:lvl1pPr>
            <a:lvl2pPr marL="0" indent="0" algn="l" defTabSz="914400" rtl="0" eaLnBrk="1" latinLnBrk="0" hangingPunct="1">
              <a:lnSpc>
                <a:spcPct val="90000"/>
              </a:lnSpc>
              <a:spcBef>
                <a:spcPts val="600"/>
              </a:spcBef>
              <a:spcAft>
                <a:spcPts val="300"/>
              </a:spcAft>
              <a:buFontTx/>
              <a:buNone/>
              <a:defRPr sz="1400" b="1" kern="1200">
                <a:solidFill>
                  <a:schemeClr val="accent1"/>
                </a:solidFill>
                <a:latin typeface="+mj-lt"/>
                <a:ea typeface="+mn-ea"/>
                <a:cs typeface="+mn-cs"/>
              </a:defRPr>
            </a:lvl2pPr>
            <a:lvl3pPr marL="0" indent="0" algn="l" defTabSz="914400" rtl="0" eaLnBrk="1" latinLnBrk="0" hangingPunct="1">
              <a:lnSpc>
                <a:spcPct val="90000"/>
              </a:lnSpc>
              <a:spcBef>
                <a:spcPts val="600"/>
              </a:spcBef>
              <a:spcAft>
                <a:spcPts val="300"/>
              </a:spcAft>
              <a:buFontTx/>
              <a:buNone/>
              <a:defRPr sz="1300" b="1" kern="1200">
                <a:solidFill>
                  <a:schemeClr val="accent2"/>
                </a:solidFill>
                <a:latin typeface="+mj-lt"/>
                <a:ea typeface="+mn-ea"/>
                <a:cs typeface="+mn-cs"/>
              </a:defRPr>
            </a:lvl3pPr>
            <a:lvl4pPr marL="0" indent="0" algn="l" defTabSz="914400" rtl="0" eaLnBrk="1" latinLnBrk="0" hangingPunct="1">
              <a:lnSpc>
                <a:spcPct val="105000"/>
              </a:lnSpc>
              <a:spcBef>
                <a:spcPts val="0"/>
              </a:spcBef>
              <a:spcAft>
                <a:spcPts val="1200"/>
              </a:spcAft>
              <a:buClr>
                <a:schemeClr val="accent2"/>
              </a:buClr>
              <a:buFontTx/>
              <a:buNone/>
              <a:defRPr sz="1200" kern="1200">
                <a:solidFill>
                  <a:schemeClr val="tx2"/>
                </a:solidFill>
                <a:latin typeface="+mn-lt"/>
                <a:ea typeface="Verdana" panose="020B0604030504040204" pitchFamily="34" charset="0"/>
                <a:cs typeface="+mn-cs"/>
              </a:defRPr>
            </a:lvl4pPr>
            <a:lvl5pPr marL="17621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5pPr>
            <a:lvl6pPr marL="363538" indent="-187325"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6pPr>
            <a:lvl7pPr marL="539750"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7pPr>
            <a:lvl8pPr marL="715963"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8pPr>
            <a:lvl9pPr marL="892175" indent="-176213" algn="l" defTabSz="914400" rtl="0" eaLnBrk="1" latinLnBrk="0" hangingPunct="1">
              <a:lnSpc>
                <a:spcPct val="105000"/>
              </a:lnSpc>
              <a:spcBef>
                <a:spcPts val="0"/>
              </a:spcBef>
              <a:spcAft>
                <a:spcPts val="600"/>
              </a:spcAft>
              <a:buClr>
                <a:schemeClr val="accent2"/>
              </a:buClr>
              <a:buSzPct val="80000"/>
              <a:buFont typeface="Wingdings" panose="05000000000000000000" pitchFamily="2" charset="2"/>
              <a:buChar char="n"/>
              <a:defRPr sz="1200" kern="1200">
                <a:solidFill>
                  <a:schemeClr val="tx2"/>
                </a:solidFill>
                <a:latin typeface="+mn-lt"/>
                <a:ea typeface="Verdana" panose="020B0604030504040204" pitchFamily="34" charset="0"/>
                <a:cs typeface="+mn-cs"/>
              </a:defRPr>
            </a:lvl9pPr>
          </a:lstStyle>
          <a:p>
            <a:pPr marL="171450" indent="-171450">
              <a:buClr>
                <a:schemeClr val="accent2"/>
              </a:buClr>
              <a:buFont typeface="Wingdings" panose="05000000000000000000" pitchFamily="2" charset="2"/>
              <a:buChar char="§"/>
            </a:pPr>
            <a:r>
              <a:rPr lang="en-US" sz="1400" dirty="0">
                <a:solidFill>
                  <a:schemeClr val="accent3"/>
                </a:solidFill>
              </a:rPr>
              <a:t>High Score (e.g. 90%): The AI is reasoning over curated, current, and validated data. We can lean into more autonomous use cases.</a:t>
            </a:r>
          </a:p>
          <a:p>
            <a:pPr marL="171450" indent="-171450">
              <a:buClr>
                <a:schemeClr val="accent2"/>
              </a:buClr>
              <a:buFont typeface="Wingdings" panose="05000000000000000000" pitchFamily="2" charset="2"/>
              <a:buChar char="§"/>
            </a:pPr>
            <a:r>
              <a:rPr lang="en-US" sz="1400" dirty="0">
                <a:solidFill>
                  <a:schemeClr val="accent3"/>
                </a:solidFill>
              </a:rPr>
              <a:t>Low Score (e.g. 40%): The AI is reasoning over "fragmented or out-of-date" data. We must increase human-in-the-loop requirements and add stronger disclaimers.</a:t>
            </a:r>
            <a:endParaRPr lang="en-GB" sz="1400" dirty="0">
              <a:solidFill>
                <a:schemeClr val="accent3"/>
              </a:solidFill>
            </a:endParaRPr>
          </a:p>
        </p:txBody>
      </p:sp>
    </p:spTree>
    <p:extLst>
      <p:ext uri="{BB962C8B-B14F-4D97-AF65-F5344CB8AC3E}">
        <p14:creationId xmlns:p14="http://schemas.microsoft.com/office/powerpoint/2010/main" val="3603482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UIDESAPPLIEDTO" val="2"/>
  <p:tag name="MAXCOLS" val="9"/>
  <p:tag name="MAXROWS" val="6"/>
  <p:tag name="MAXGUTTERROW" val="1 cm"/>
  <p:tag name="MAXGUTTERCOL" val="1 cm"/>
  <p:tag name="GUIDEMETRICUNIT" val="cm"/>
  <p:tag name="TITLETOPMARGIN" val="7"/>
  <p:tag name="TITLEBOTTOMMARGIN" val="83.0572"/>
  <p:tag name="MASTERLEFTMARGIN" val="56.6929"/>
  <p:tag name="MASTERTOPMARGIN" val="113.3858"/>
  <p:tag name="MASTERBOTTOMMARGIN" val="56.75"/>
  <p:tag name="CUSTMASTERLEFTMARGIN" val="56.6929"/>
  <p:tag name="CUSTMASTERTOPMARGIN" val="113.3858"/>
  <p:tag name="CUSTMASTERBOTTOMMARGIN" val="56.75"/>
  <p:tag name="MASTERRIGHTMARGIN" val="56.7499"/>
  <p:tag name="CUSTMASTERRIGHTMARGIN" val="56.7499"/>
</p:tagLst>
</file>

<file path=ppt/tags/tag2.xml><?xml version="1.0" encoding="utf-8"?>
<p:tagLst xmlns:a="http://schemas.openxmlformats.org/drawingml/2006/main" xmlns:r="http://schemas.openxmlformats.org/officeDocument/2006/relationships" xmlns:p="http://schemas.openxmlformats.org/presentationml/2006/main">
  <p:tag name="GUIDESTITLESHAPE" val="True"/>
</p:tagLst>
</file>

<file path=ppt/tags/tag3.xml><?xml version="1.0" encoding="utf-8"?>
<p:tagLst xmlns:a="http://schemas.openxmlformats.org/drawingml/2006/main" xmlns:r="http://schemas.openxmlformats.org/officeDocument/2006/relationships" xmlns:p="http://schemas.openxmlformats.org/presentationml/2006/main">
  <p:tag name="GUIDESMEASURMENT" val="True"/>
</p:tagLst>
</file>

<file path=ppt/tags/tag4.xml><?xml version="1.0" encoding="utf-8"?>
<p:tagLst xmlns:a="http://schemas.openxmlformats.org/drawingml/2006/main" xmlns:r="http://schemas.openxmlformats.org/officeDocument/2006/relationships" xmlns:p="http://schemas.openxmlformats.org/presentationml/2006/main">
  <p:tag name="GUIDECOLS" val="1"/>
  <p:tag name="GUIDEROWS" val="1"/>
  <p:tag name="GUIDESAPPLIEDTO" val="2"/>
  <p:tag name="MASTERLEFTMARGIN" val="56.6929"/>
  <p:tag name="GUTTERCOL" val="0.6 cm"/>
  <p:tag name="GUTTERROW" val="0.6 cm"/>
  <p:tag name="MASTERTOPMARGIN" val="113.3858"/>
  <p:tag name="CUSTMASTERTOPMARGIN" val="113.3858"/>
  <p:tag name="CUSTMASTERLEFTMARGIN" val="56.6929"/>
  <p:tag name="CUSTMASTERRIGHTMARGIN" val="56.6929"/>
  <p:tag name="CUSTMASTERBOTTOMMARGIN" val="56.6929"/>
  <p:tag name="MASTERRIGHTMARGIN" val="56.75"/>
  <p:tag name="MASTERBOTTOMMARGIN" val="56.75"/>
</p:tagLst>
</file>

<file path=ppt/tags/tag5.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ASTERTOPMARGIN" val="113.3858"/>
  <p:tag name="MASTERLEFTMARGIN" val="56.6929"/>
  <p:tag name="MASTERRIGHTMARGIN" val="56.75"/>
  <p:tag name="MASTERBOTTOMMARGIN" val="56.75"/>
</p:tagLst>
</file>

<file path=ppt/tags/tag6.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ASTERTOPMARGIN" val="122"/>
  <p:tag name="MASTERLEFTMARGIN" val="36.36"/>
  <p:tag name="MASTERRIGHTMARGIN" val="36.36"/>
  <p:tag name="MASTERBOTTOMMARGIN" val="122"/>
  <p:tag name="NOGUTTERCOL" val="False"/>
  <p:tag name="NOGUTTERROW" val="False"/>
</p:tagLst>
</file>

<file path=ppt/tags/tag7.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8.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9.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10.xml><?xml version="1.0" encoding="utf-8"?>
<p:tagLst xmlns:a="http://schemas.openxmlformats.org/drawingml/2006/main" xmlns:r="http://schemas.openxmlformats.org/officeDocument/2006/relationships" xmlns:p="http://schemas.openxmlformats.org/presentationml/2006/main">
  <p:tag name="GUIDECOLS" val="3"/>
  <p:tag name="GUIDEROWS" val="1"/>
  <p:tag name="GUTTERCOL" val="0.6 cm"/>
  <p:tag name="GUTTERROW" val="0.6 cm"/>
  <p:tag name="GUIDESAPPLIEDTO" val="2"/>
</p:tagLst>
</file>

<file path=ppt/tags/tag11.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NOGUTTERCOL" val="False"/>
  <p:tag name="NOGUTTERROW" val="False"/>
  <p:tag name="MASTERTOPMARGIN" val="122"/>
  <p:tag name="MASTERLEFTMARGIN" val="36.36"/>
  <p:tag name="MASTERRIGHTMARGIN" val="36.36"/>
  <p:tag name="MASTERBOTTOMMARGIN" val="122"/>
</p:tagLst>
</file>

<file path=ppt/tags/tag12.xml><?xml version="1.0" encoding="utf-8"?>
<p:tagLst xmlns:a="http://schemas.openxmlformats.org/drawingml/2006/main" xmlns:r="http://schemas.openxmlformats.org/officeDocument/2006/relationships" xmlns:p="http://schemas.openxmlformats.org/presentationml/2006/main">
  <p:tag name="GUIDECOLS" val="1"/>
  <p:tag name="GUIDEROWS" val="1"/>
  <p:tag name="GUTTERCOL" val="0.6 cm"/>
  <p:tag name="GUTTERROW" val="0.6 cm"/>
  <p:tag name="GUIDESAPPLIEDTO" val="2"/>
  <p:tag name="MASTERTOPMARGIN" val="122"/>
  <p:tag name="MASTERLEFTMARGIN" val="36.36"/>
  <p:tag name="MASTERRIGHTMARGIN" val="36.36"/>
  <p:tag name="MASTERBOTTOMMARGIN" val="122"/>
  <p:tag name="NOGUTTERCOL" val="False"/>
  <p:tag name="NOGUTTERROW" val="False"/>
</p:tagLst>
</file>

<file path=ppt/tags/tag13.xml><?xml version="1.0" encoding="utf-8"?>
<p:tagLst xmlns:a="http://schemas.openxmlformats.org/drawingml/2006/main" xmlns:r="http://schemas.openxmlformats.org/officeDocument/2006/relationships" xmlns:p="http://schemas.openxmlformats.org/presentationml/2006/main">
  <p:tag name="MASTERTOPMARGIN" val="113.3858"/>
  <p:tag name="MASTERLEFTMARGIN" val="56.6929"/>
  <p:tag name="MASTERRIGHTMARGIN" val="56.75"/>
  <p:tag name="MASTERBOTTOMMARGIN" val="56.75"/>
  <p:tag name="GUIDECOLS" val="1"/>
  <p:tag name="GUIDEROWS" val="1"/>
  <p:tag name="GUTTERCOL" val="0.6 cm"/>
  <p:tag name="GUTTERROW" val="0.6 cm"/>
  <p:tag name="GUIDESAPPLIEDTO" val="2"/>
</p:tagLst>
</file>

<file path=ppt/tags/tag14.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2"/>
</p:tagLst>
</file>

<file path=ppt/tags/tag15.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2"/>
</p:tagLst>
</file>

<file path=ppt/tags/tag16.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2"/>
</p:tagLst>
</file>

<file path=ppt/tags/tag17.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18.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19.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20.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21.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22.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2"/>
</p:tagLst>
</file>

<file path=ppt/tags/tag23.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2"/>
</p:tagLst>
</file>

<file path=ppt/tags/tag24.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25.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26.xml><?xml version="1.0" encoding="utf-8"?>
<p:tagLst xmlns:a="http://schemas.openxmlformats.org/drawingml/2006/main" xmlns:r="http://schemas.openxmlformats.org/officeDocument/2006/relationships" xmlns:p="http://schemas.openxmlformats.org/presentationml/2006/main">
  <p:tag name="MASTERTOPMARGIN" val="113.3858"/>
  <p:tag name="MASTERLEFTMARGIN" val="56.6929"/>
  <p:tag name="MASTERRIGHTMARGIN" val="56.75"/>
  <p:tag name="MASTERBOTTOMMARGIN" val="56.75"/>
  <p:tag name="GUIDECOLS" val="1"/>
  <p:tag name="GUIDEROWS" val="1"/>
  <p:tag name="GUTTERCOL" val="0.6 cm"/>
  <p:tag name="GUTTERROW" val="0.6 cm"/>
  <p:tag name="GUIDESAPPLIEDTO" val="2"/>
</p:tagLst>
</file>

<file path=ppt/tags/tag27.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28.xml><?xml version="1.0" encoding="utf-8"?>
<p:tagLst xmlns:a="http://schemas.openxmlformats.org/drawingml/2006/main" xmlns:r="http://schemas.openxmlformats.org/officeDocument/2006/relationships" xmlns:p="http://schemas.openxmlformats.org/presentationml/2006/main">
  <p:tag name="GUIDECOLS" val="2"/>
  <p:tag name="GUIDEROWS" val="1"/>
  <p:tag name="GUTTERCOL" val="0.6 cm"/>
  <p:tag name="GUTTERROW" val="0.6 cm"/>
  <p:tag name="GUIDESAPPLIEDTO" val="2"/>
</p:tagLst>
</file>

<file path=ppt/tags/tag29.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4"/>
</p:tagLst>
</file>

<file path=ppt/tags/tag30.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31.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32.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4"/>
</p:tagLst>
</file>

<file path=ppt/tags/tag33.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4"/>
</p:tagLst>
</file>

<file path=ppt/tags/tag34.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35.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4"/>
</p:tagLst>
</file>

<file path=ppt/tags/tag36.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4"/>
</p:tagLst>
</file>

<file path=ppt/tags/tag37.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38.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4"/>
</p:tagLst>
</file>

<file path=ppt/tags/tag39.xml><?xml version="1.0" encoding="utf-8"?>
<p:tagLst xmlns:a="http://schemas.openxmlformats.org/drawingml/2006/main" xmlns:r="http://schemas.openxmlformats.org/officeDocument/2006/relationships" xmlns:p="http://schemas.openxmlformats.org/presentationml/2006/main">
  <p:tag name="GUTTERCOL" val="0.6 cm"/>
  <p:tag name="GUTTERROW" val="0.6 cm"/>
  <p:tag name="GUIDESAPPLIEDTO" val="2"/>
  <p:tag name="GUIDECOLS" val="5"/>
  <p:tag name="GUIDEROWS" val="2"/>
</p:tagLst>
</file>

<file path=ppt/tags/tag40.xml><?xml version="1.0" encoding="utf-8"?>
<p:tagLst xmlns:a="http://schemas.openxmlformats.org/drawingml/2006/main" xmlns:r="http://schemas.openxmlformats.org/officeDocument/2006/relationships" xmlns:p="http://schemas.openxmlformats.org/presentationml/2006/main">
  <p:tag name="GUTTERCOL" val="0.6 cm"/>
  <p:tag name="GUTTERROW" val="0.6 cm"/>
  <p:tag name="GUIDESAPPLIEDTO" val="2"/>
  <p:tag name="GUIDECOLS" val="5"/>
  <p:tag name="GUIDEROWS" val="2"/>
</p:tagLst>
</file>

<file path=ppt/tags/tag41.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3"/>
</p:tagLst>
</file>

<file path=ppt/tags/tag42.xml><?xml version="1.0" encoding="utf-8"?>
<p:tagLst xmlns:a="http://schemas.openxmlformats.org/drawingml/2006/main" xmlns:r="http://schemas.openxmlformats.org/officeDocument/2006/relationships" xmlns:p="http://schemas.openxmlformats.org/presentationml/2006/main">
  <p:tag name="GUIDESAPPLIEDTO" val="2"/>
  <p:tag name="GUIDECOLS" val="1"/>
  <p:tag name="GUIDEROWS" val="1"/>
  <p:tag name="GUTTERCOL" val="0.6 cm"/>
  <p:tag name="GUTTERROW" val="0.6 cm"/>
</p:tagLst>
</file>

<file path=ppt/tags/tag43.xml><?xml version="1.0" encoding="utf-8"?>
<p:tagLst xmlns:a="http://schemas.openxmlformats.org/drawingml/2006/main" xmlns:r="http://schemas.openxmlformats.org/officeDocument/2006/relationships" xmlns:p="http://schemas.openxmlformats.org/presentationml/2006/main">
  <p:tag name="GUIDESAPPLIEDTO" val="2"/>
  <p:tag name="GUIDECOLS" val="1"/>
  <p:tag name="GUIDEROWS" val="1"/>
  <p:tag name="GUTTERCOL" val="0.6 cm"/>
  <p:tag name="GUTTERROW" val="0.6 cm"/>
</p:tagLst>
</file>

<file path=ppt/tags/tag44.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6"/>
</p:tagLst>
</file>

<file path=ppt/tags/tag45.xml><?xml version="1.0" encoding="utf-8"?>
<p:tagLst xmlns:a="http://schemas.openxmlformats.org/drawingml/2006/main" xmlns:r="http://schemas.openxmlformats.org/officeDocument/2006/relationships" xmlns:p="http://schemas.openxmlformats.org/presentationml/2006/main">
  <p:tag name="GUIDEROWS" val="1"/>
  <p:tag name="GUTTERCOL" val="0.6 cm"/>
  <p:tag name="GUTTERROW" val="0.6 cm"/>
  <p:tag name="GUIDESAPPLIEDTO" val="2"/>
  <p:tag name="GUIDECOLS" val="6"/>
</p:tagLst>
</file>

<file path=ppt/theme/theme1.xml><?xml version="1.0" encoding="utf-8"?>
<a:theme xmlns:a="http://schemas.openxmlformats.org/drawingml/2006/main" name="Custom Design">
  <a:themeElements>
    <a:clrScheme name="Turner &amp; Townsend 24">
      <a:dk1>
        <a:srgbClr val="292929"/>
      </a:dk1>
      <a:lt1>
        <a:sysClr val="window" lastClr="FFFFFF"/>
      </a:lt1>
      <a:dk2>
        <a:srgbClr val="505A60"/>
      </a:dk2>
      <a:lt2>
        <a:srgbClr val="F2EEE7"/>
      </a:lt2>
      <a:accent1>
        <a:srgbClr val="1E4479"/>
      </a:accent1>
      <a:accent2>
        <a:srgbClr val="0090DC"/>
      </a:accent2>
      <a:accent3>
        <a:srgbClr val="505A60"/>
      </a:accent3>
      <a:accent4>
        <a:srgbClr val="A8ADB0"/>
      </a:accent4>
      <a:accent5>
        <a:srgbClr val="D55C17"/>
      </a:accent5>
      <a:accent6>
        <a:srgbClr val="00A000"/>
      </a:accent6>
      <a:hlink>
        <a:srgbClr val="0073A5"/>
      </a:hlink>
      <a:folHlink>
        <a:srgbClr val="00143C"/>
      </a:folHlink>
    </a:clrScheme>
    <a:fontScheme name="Custom 1">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144000" tIns="144000" rIns="144000" bIns="144000" rtlCol="0" anchor="t" anchorCtr="0"/>
      <a:lstStyle>
        <a:defPPr algn="ctr">
          <a:defRPr sz="1400" dirty="0">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400" dirty="0">
            <a:solidFill>
              <a:schemeClr val="tx2"/>
            </a:solidFill>
            <a:latin typeface="+mj-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TemplateConfiguration><![CDATA[{"slideVersion":1,"isValidatorEnabled":false,"isLocked":false,"elementsMetadata":[{"type":"shape","elementConfiguration":{"binding":"{{UserProfile.Company.Telephone}}","visibility":"","type":"text","disableUpdates":false}},{"type":"shape","elementConfiguration":{"binding":"{{UserProfile.Email}}","visibility":"","type":"text","disableUpdates":false}},{"type":"shape","elementConfiguration":{"binding":"{{UserProfile.Company.Address1}}","visibility":"","type":"text","disableUpdates":false}},{"type":"shape","elementConfiguration":{"binding":"{{UserProfile.Company.Address2}}","visibility":"","type":"text","disableUpdates":false}},{"type":"shape","elementConfiguration":{"binding":"{{UserProfile.Company.Address3}}","visibility":"","type":"text","disableUpdates":false}},{"type":"shape","elementConfiguration":{"binding":"{{UserProfile.Company.Address4}}","visibility":"","type":"text","disableUpdates":false}},{"type":"shape","elementConfiguration":{"binding":"{{UserProfile.Company.Address5}}","visibility":"","type":"text","disableUpdates":false}},{"type":"shape","elementConfiguration":{"binding":"{{UserProfile.Company.Address6}}","visibility":"","type":"text","disableUpdates":false}},{"type":"shape","elementConfiguration":{"binding":"{{UserProfile.Company.Company}}","visibility":"","type":"text","disableUpdates":false}}],"slideId":"1038063908647075842","enableDocumentContentUpdater":false,"version":"2.0"}]]></TemplafySlideTemplateConfiguration>
</file>

<file path=customXml/item2.xml><?xml version="1.0" encoding="utf-8"?>
<ct:contentTypeSchema xmlns:ct="http://schemas.microsoft.com/office/2006/metadata/contentType" xmlns:ma="http://schemas.microsoft.com/office/2006/metadata/properties/metaAttributes" ct:_="" ma:_="" ma:contentTypeName="Document" ma:contentTypeID="0x010100EA3F4A70732CCF4B87B35F1E2618DFD1" ma:contentTypeVersion="17" ma:contentTypeDescription="Create a new document." ma:contentTypeScope="" ma:versionID="c0c387dd8fbda3b3338c798bcef1ef96">
  <xsd:schema xmlns:xsd="http://www.w3.org/2001/XMLSchema" xmlns:xs="http://www.w3.org/2001/XMLSchema" xmlns:p="http://schemas.microsoft.com/office/2006/metadata/properties" xmlns:ns2="5e3c34dd-eead-439c-b884-733f15c67981" xmlns:ns3="f9e30ded-69ed-46ed-a4e6-0a6f203480f0" targetNamespace="http://schemas.microsoft.com/office/2006/metadata/properties" ma:root="true" ma:fieldsID="694243d69836340777a08af8a6c19fa4" ns2:_="" ns3:_="">
    <xsd:import namespace="5e3c34dd-eead-439c-b884-733f15c67981"/>
    <xsd:import namespace="f9e30ded-69ed-46ed-a4e6-0a6f203480f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Location" minOccurs="0"/>
                <xsd:element ref="ns2:Numb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3c34dd-eead-439c-b884-733f15c679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a05f64b-033b-470b-9367-323cc28bf545"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Number" ma:index="24" nillable="true" ma:displayName="Number" ma:format="Dropdown" ma:indexed="true" ma:internalName="Number"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f9e30ded-69ed-46ed-a4e6-0a6f203480f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427af0c-c73f-4682-a297-fec903940fea}" ma:internalName="TaxCatchAll" ma:showField="CatchAllData" ma:web="f9e30ded-69ed-46ed-a4e6-0a6f203480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emplafySlideTemplateConfiguration><![CDATA[{"slideVersion":1,"isValidatorEnabled":false,"isLocked":false,"elementsMetadata":[{"type":"shape","elementConfiguration":{"inheritDimensions":"{{InheritDimensions.InheritNone}}","width":"{{UserProfile.Logo.WidthPPT}}","height":"","image":"{{UserProfile.Logo.Image}}","visibility":"{{IfElse(Equals(UserProfile.Logo.Name, \"Turner & Townsend alinea\"), VisibilityType.Hidden,VisibilityType.Visible)}}","type":"image","disableUpdates":false}},{"type":"shape","elementConfiguration":{"inheritDimensions":"{{InheritDimensions.InheritNone}}","width":"{{UserProfile.Logo.WidthPPT}}","height":"","image":"{{UserProfile.Logo.Image}}","visibility":"{{IfElse(Equals(UserProfile.Logo.Name, \"Turner & Townsend alinea\"), VisibilityType.Visible,VisibilityType.Hidden)}}","type":"image","disableUpdates":false}}],"slideId":"1038063908647075840","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FormConfiguration><![CDATA[{"formFields":[],"formDataEntries":[]}]]></TemplafyFormConfiguration>
</file>

<file path=customXml/item7.xml><?xml version="1.0" encoding="utf-8"?>
<TemplafySlideFormConfiguration><![CDATA[{"formFields":[],"formDataEntries":[]}]]></TemplafySlideFormConfiguration>
</file>

<file path=customXml/item8.xml><?xml version="1.0" encoding="utf-8"?>
<p:properties xmlns:p="http://schemas.microsoft.com/office/2006/metadata/properties" xmlns:xsi="http://www.w3.org/2001/XMLSchema-instance" xmlns:pc="http://schemas.microsoft.com/office/infopath/2007/PartnerControls">
  <documentManagement>
    <lcf76f155ced4ddcb4097134ff3c332f xmlns="5e3c34dd-eead-439c-b884-733f15c67981">
      <Terms xmlns="http://schemas.microsoft.com/office/infopath/2007/PartnerControls"/>
    </lcf76f155ced4ddcb4097134ff3c332f>
    <TaxCatchAll xmlns="f9e30ded-69ed-46ed-a4e6-0a6f203480f0" xsi:nil="true"/>
    <Number xmlns="5e3c34dd-eead-439c-b884-733f15c67981" xsi:nil="true"/>
  </documentManagement>
</p:properties>
</file>

<file path=customXml/item9.xml><?xml version="1.0" encoding="utf-8"?>
<TemplafySlideFormConfiguration><![CDATA[{"formFields":[],"formDataEntries":[]}]]></TemplafySlideFormConfiguration>
</file>

<file path=customXml/item10.xml><?xml version="1.0" encoding="utf-8"?>
<TemplafySlideTemplateConfiguration><![CDATA[{"slideVersion":1,"isValidatorEnabled":false,"isLocked":false,"elementsMetadata":[],"slideId":"1038063908647075841","enableDocumentContentUpdater":false,"version":"2.0"}]]></TemplafySlideTemplateConfiguration>
</file>

<file path=customXml/item11.xml><?xml version="1.0" encoding="utf-8"?>
<TemplafyTemplateConfiguration><![CDATA[{"elementsMetadata":[{"type":"shape","id":"760edbb4-59df-42cf-9300-9b38c48ab041","elementConfiguration":{"binding":"{{UserProfile.Logo.Name}}","visibility":"","type":"text","disableUpdates":false}},{"type":"shape","id":"71f67620-1834-4c6b-ac8b-6cece15ee895","elementConfiguration":{"binding":"{{UserProfile.Logo.Name}}","visibility":"","type":"text","disableUpdates":false}},{"type":"shape","id":"ac7badd4-c6e5-4b07-8523-ca1c0e08f478","elementConfiguration":{"binding":"{{UserProfile.Logo.Name}}","visibility":"","type":"text","disableUpdates":false}},{"type":"shape","id":"90e9b15c-9e44-4ce3-a273-ed7ad352eca0","elementConfiguration":{"binding":"{{UserProfile.Company.Address1}}","visibility":"","type":"text","disableUpdates":false}},{"type":"shape","id":"8e910627-b5b2-421d-871a-f9d6a6e5c6a4","elementConfiguration":{"binding":"{{UserProfile.Company.Address2}}","visibility":"","type":"text","disableUpdates":false}},{"type":"shape","id":"05a3cd0b-2e22-4e49-adff-a0bfb2388b16","elementConfiguration":{"binding":"{{UserProfile.Company.Address3}}","visibility":"","type":"text","disableUpdates":false}},{"type":"shape","id":"11e3c2a3-9b0a-4b9a-8f85-d1234adf6ae8","elementConfiguration":{"binding":"{{UserProfile.Company.Address4}}","visibility":"","type":"text","disableUpdates":false}},{"type":"shape","id":"e83cae6f-21fb-4850-b798-86aa30f21e60","elementConfiguration":{"binding":"{{UserProfile.Company.Address5}}","visibility":"","type":"text","disableUpdates":false}},{"type":"shape","id":"0f25c59e-504b-4c60-b657-18cdcbac804c","elementConfiguration":{"binding":"{{UserProfile.Company.Address6}}","visibility":"","type":"text","disableUpdates":false}},{"type":"shape","id":"7cbc9b53-a47e-4b90-b2db-0254384be322","elementConfiguration":{"binding":"{{UserProfile.Company.Telephone}}","visibility":"","type":"text","disableUpdates":false}},{"type":"shape","id":"685eeadd-63f9-4e8b-9a80-39e20c2c367d","elementConfiguration":{"binding":"{{UserProfile.Email}}","visibility":"","type":"text","disableUpdates":false}},{"type":"shape","id":"bd1237b2-52ad-4501-aca2-d52c8c752a73","elementConfiguration":{"binding":"{{UserProfile.Company.Company}}","visibility":"","type":"text","disableUpdates":false}},{"type":"shape","id":"14e22b2c-6a43-4b94-b0c1-40bccd9ed370","elementConfiguration":{"inheritDimensions":"{{InheritDimensions.InheritNone}}","width":"{{UserProfile.Logo.WidthPPT}}","height":"","image":"{{UserProfile.Logo.Image}}","visibility":"{{IfElse(Equals(UserProfile.Logo.Name, \"Turner & Townsend alinea\"), VisibilityType.Hidden,VisibilityType.Visible)}}","type":"image","disableUpdates":false}},{"type":"shape","id":"93f4cdf6-5258-450a-ae1a-5fed5cdc89bc","elementConfiguration":{"inheritDimensions":"{{InheritDimensions.InheritNone}}","width":"{{UserProfile.Logo.WidthPPT}}","height":"","image":"{{UserProfile.Logo.Image}}","visibility":"{{IfElse(Equals(UserProfile.Logo.Name, \"Turner & Townsend alinea\"), VisibilityType.Visible,VisibilityType.Hidden)}}","type":"image","disableUpdates":false}},{"type":"shape","id":"ce33f5b7-7395-4097-8a52-7a023c36eb27","elementConfiguration":{"inheritDimensions":"{{InheritDimensions.InheritNone}}","width":"{{UserProfile.Logo.WidthPPT}}","height":"","image":"{{UserProfile.Logo.Image}}","visibility":"{{IfElse(Equals(UserProfile.Logo.Name, \"Turner & Townsend alinea\"), VisibilityType.Hidden,VisibilityType.Visible)}}","type":"image","disableUpdates":false}},{"type":"shape","id":"2de2bc6b-3379-465a-8db0-f878a00d2896","elementConfiguration":{"inheritDimensions":"{{InheritDimensions.InheritNone}}","width":"{{UserProfile.Logo.WidthPPT}}","height":"","image":"{{UserProfile.Logo.Image}}","visibility":"{{IfElse(Equals(UserProfile.Logo.Name, \"Turner & Townsend alinea\"), VisibilityType.Visible,VisibilityType.Hidden)}}","type":"image","disableUpdates":false}},{"type":"shape","id":"abf7733b-6767-448f-8de8-200d2a922694","elementConfiguration":{"binding":"{{UserProfile.Logo.Name}}","visibility":"","type":"text","disableUpdates":false}},{"type":"shape","id":"218caf71-5749-4058-bd37-fdd7d57eb8b7","elementConfiguration":{"binding":"{{UserProfile.Logo.Name}}","visibility":"","type":"text","disableUpdates":false}},{"type":"shape","id":"56825dde-82cf-45ca-9d8e-8fc2ed37efbd","elementConfiguration":{"binding":"{{UserProfile.Logo.Name}}","visibility":"","type":"text","disableUpdates":false}},{"type":"shape","id":"b8873e68-30bd-4566-88ea-809d44a7f935","elementConfiguration":{"binding":"{{UserProfile.Logo.Name}}","visibility":"","type":"text","disableUpdates":false}},{"type":"shape","id":"48a462e4-753c-4774-b9e3-e1e26e1d56af","elementConfiguration":{"binding":"{{UserProfile.Logo.Name}}","visibility":"","type":"text","disableUpdates":false}},{"type":"shape","id":"2a9c3a21-f0af-4dbf-aec8-7777d58d9629","elementConfiguration":{"binding":"{{UserProfile.Logo.Name}}","visibility":"","type":"text","disableUpdates":false}},{"type":"shape","id":"824da008-03f8-46f1-94f5-b2cb2d8693e0","elementConfiguration":{"binding":"{{UserProfile.Company.Telephone}}","visibility":"","type":"text","disableUpdates":false}},{"type":"shape","id":"7fe659a2-2bda-4dfd-bf40-6734f206598c","elementConfiguration":{"binding":"{{UserProfile.Email}}","visibility":"","type":"text","disableUpdates":false}},{"type":"shape","id":"8440ad8b-e56b-4f30-a140-dfaa20721518","elementConfiguration":{"binding":"{{UserProfile.Company.Address1}}","visibility":"","type":"text","disableUpdates":false}},{"type":"shape","id":"ea933661-61a0-4c31-9d51-59de6c0adcfd","elementConfiguration":{"binding":"{{UserProfile.Company.Address2}}","visibility":"","type":"text","disableUpdates":false}},{"type":"shape","id":"3ff7fd46-748e-4cb5-9dd5-8c11dcf06e15","elementConfiguration":{"binding":"{{UserProfile.Company.Address3}}","visibility":"","type":"text","disableUpdates":false}},{"type":"shape","id":"87fac3cf-c688-4dcc-b3eb-fee12d938766","elementConfiguration":{"binding":"{{UserProfile.Company.Address4}}","visibility":"","type":"text","disableUpdates":false}},{"type":"shape","id":"a7c80650-723d-4872-ac68-8c80a0bc5e54","elementConfiguration":{"binding":"{{UserProfile.Company.Address5}}","visibility":"","type":"text","disableUpdates":false}},{"type":"shape","id":"8dd9ef16-2772-445a-a3bf-347e7ba2ef3e","elementConfiguration":{"binding":"{{UserProfile.Company.Address6}}","visibility":"","type":"text","disableUpdates":false}},{"type":"shape","id":"9e75a140-298e-43fc-acb5-42b4629ea5cd","elementConfiguration":{"binding":"{{UserProfile.Company.Company}}","visibility":"","type":"text","disableUpdates":false}},{"type":"shape","id":"8c4b7cca-fbab-40ed-b455-60b6353e6c59","elementConfiguration":{"binding":"{{UserProfile.Logo.Name}}","visibility":"","type":"text","disableUpdates":false}},{"type":"shape","id":"f024e5b5-a938-4c6a-a92b-6441abdd19c0","elementConfiguration":{"binding":"{{UserProfile.Logo.Name}}","visibility":"","type":"text","disableUpdates":false}},{"type":"shape","id":"0aba1354-4318-44a7-ad32-6eb732928776","elementConfiguration":{"binding":"{{UserProfile.Logo.Name}}","visibility":"","type":"text","disableUpdates":false}},{"type":"shape","id":"56df8b4a-6b0c-4bd2-961e-fb8d643dfb86","elementConfiguration":{"binding":"{{UserProfile.Logo.Name}}","visibility":"","type":"text","disableUpdates":false}}],"transformationConfigurations":[],"templateName":"WSBlank-1","templateDescription":"","enableDocumentContentUpdater":true,"version":"2.0"}]]></TemplafyTemplateConfiguration>
</file>

<file path=customXml/itemProps1.xml><?xml version="1.0" encoding="utf-8"?>
<ds:datastoreItem xmlns:ds="http://schemas.openxmlformats.org/officeDocument/2006/customXml" ds:itemID="{4705CDBB-BDA4-4C7E-8AD5-D149ABCF7817}">
  <ds:schemaRefs/>
</ds:datastoreItem>
</file>

<file path=customXml/itemProps2.xml><?xml version="1.0" encoding="utf-8"?>
<ds:datastoreItem xmlns:ds="http://schemas.openxmlformats.org/officeDocument/2006/customXml" ds:itemID="{1BF6942B-FFF8-42DC-A1CC-816AF37D55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3c34dd-eead-439c-b884-733f15c67981"/>
    <ds:schemaRef ds:uri="f9e30ded-69ed-46ed-a4e6-0a6f203480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53D5EFC-B6B3-493D-8075-0F388CB4EA33}">
  <ds:schemaRefs>
    <ds:schemaRef ds:uri="http://schemas.microsoft.com/sharepoint/v3/contenttype/forms"/>
  </ds:schemaRefs>
</ds:datastoreItem>
</file>

<file path=customXml/itemProps4.xml><?xml version="1.0" encoding="utf-8"?>
<ds:datastoreItem xmlns:ds="http://schemas.openxmlformats.org/officeDocument/2006/customXml" ds:itemID="{40C8D864-05BA-4E95-9BD0-49F5F65AEC4B}">
  <ds:schemaRefs/>
</ds:datastoreItem>
</file>

<file path=customXml/itemProps5.xml><?xml version="1.0" encoding="utf-8"?>
<ds:datastoreItem xmlns:ds="http://schemas.openxmlformats.org/officeDocument/2006/customXml" ds:itemID="{CCF0814C-A849-4A78-BF3E-241F4AB635C4}">
  <ds:schemaRefs/>
</ds:datastoreItem>
</file>

<file path=customXml/itemProps6.xml><?xml version="1.0" encoding="utf-8"?>
<ds:datastoreItem xmlns:ds="http://schemas.openxmlformats.org/officeDocument/2006/customXml" ds:itemID="{F9EE9B6C-3848-4D7D-A390-63616D92E2B1}">
  <ds:schemaRefs/>
</ds:datastoreItem>
</file>

<file path=customXml/itemProps7.xml><?xml version="1.0" encoding="utf-8"?>
<ds:datastoreItem xmlns:ds="http://schemas.openxmlformats.org/officeDocument/2006/customXml" ds:itemID="{EEA72A4B-F9FC-43A4-8EE3-7B56B2D8C316}">
  <ds:schemaRefs/>
</ds:datastoreItem>
</file>

<file path=customXml/itemProps8.xml><?xml version="1.0" encoding="utf-8"?>
<ds:datastoreItem xmlns:ds="http://schemas.openxmlformats.org/officeDocument/2006/customXml" ds:itemID="{0026E749-6E2F-43EB-80B7-16187BC82F5E}">
  <ds:schemaRefs>
    <ds:schemaRef ds:uri="5e3c34dd-eead-439c-b884-733f15c67981"/>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f9e30ded-69ed-46ed-a4e6-0a6f203480f0"/>
    <ds:schemaRef ds:uri="http://www.w3.org/XML/1998/namespace"/>
  </ds:schemaRefs>
</ds:datastoreItem>
</file>

<file path=customXml/itemProps9.xml><?xml version="1.0" encoding="utf-8"?>
<ds:datastoreItem xmlns:ds="http://schemas.openxmlformats.org/officeDocument/2006/customXml" ds:itemID="{D0004368-4643-4AEF-8E37-B1987602A1F9}">
  <ds:schemaRefs/>
</ds:datastoreItem>
</file>

<file path=customXml/itemProps10.xml><?xml version="1.0" encoding="utf-8"?>
<ds:datastoreItem xmlns:ds="http://schemas.openxmlformats.org/officeDocument/2006/customXml" ds:itemID="{857E7265-EDD2-483B-8CE0-B3BD2DFBFA2A}">
  <ds:schemaRefs/>
</ds:datastoreItem>
</file>

<file path=customXml/itemProps11.xml><?xml version="1.0" encoding="utf-8"?>
<ds:datastoreItem xmlns:ds="http://schemas.openxmlformats.org/officeDocument/2006/customXml" ds:itemID="{8BC44291-2DD5-4628-B3EE-E767A99AB234}">
  <ds:schemaRefs/>
</ds:datastoreItem>
</file>

<file path=docProps/app.xml><?xml version="1.0" encoding="utf-8"?>
<Properties xmlns="http://schemas.openxmlformats.org/officeDocument/2006/extended-properties" xmlns:vt="http://schemas.openxmlformats.org/officeDocument/2006/docPropsVTypes">
  <Template/>
  <TotalTime>8608</TotalTime>
  <Words>3670</Words>
  <Application>Microsoft Office PowerPoint</Application>
  <PresentationFormat>Widescreen</PresentationFormat>
  <Paragraphs>394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Georgia</vt:lpstr>
      <vt:lpstr>Verdana</vt:lpstr>
      <vt:lpstr>Verdana-Italic</vt:lpstr>
      <vt:lpstr>Wingdings</vt:lpstr>
      <vt:lpstr>Custom Design</vt:lpstr>
      <vt:lpstr>PowerPoint Presentation</vt:lpstr>
      <vt:lpstr>Key concept </vt:lpstr>
      <vt:lpstr>Accountability – maintaining professional responsibility</vt:lpstr>
      <vt:lpstr>Reducing AI risk</vt:lpstr>
      <vt:lpstr>Define governance to create trust not control </vt:lpstr>
      <vt:lpstr>Tiering our knowledge artefacts</vt:lpstr>
      <vt:lpstr>AI knowledge use policy | Application in SharePoint</vt:lpstr>
      <vt:lpstr>Stabilise and simplify the foundations</vt:lpstr>
      <vt:lpstr>Make knowledge AI usable</vt:lpstr>
      <vt:lpstr>Design solutions for human + AI collaboration</vt:lpstr>
      <vt:lpstr>Measure what matters</vt:lpstr>
    </vt:vector>
  </TitlesOfParts>
  <Company>www.mediasterling.com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Mediasterling</dc:creator>
  <cp:lastModifiedBy>Simon Philpott</cp:lastModifiedBy>
  <cp:revision>177</cp:revision>
  <dcterms:created xsi:type="dcterms:W3CDTF">2026-06-29T09:40:58Z</dcterms:created>
  <dcterms:modified xsi:type="dcterms:W3CDTF">2026-07-10T12:41:06Z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_Version">
    <vt:lpwstr>1.0.1</vt:lpwstr>
  </property>
  <property fmtid="{D5CDD505-2E9C-101B-9397-08002B2CF9AE}" pid="3" name="ContentTypeId">
    <vt:lpwstr>0x010100EA3F4A70732CCF4B87B35F1E2618DFD1</vt:lpwstr>
  </property>
  <property fmtid="{D5CDD505-2E9C-101B-9397-08002B2CF9AE}" pid="4" name="TemplafyTimeStamp">
    <vt:lpwstr>2024-10-30T16:29:04</vt:lpwstr>
  </property>
  <property fmtid="{D5CDD505-2E9C-101B-9397-08002B2CF9AE}" pid="5" name="TemplafyTenantId">
    <vt:lpwstr>turntown</vt:lpwstr>
  </property>
  <property fmtid="{D5CDD505-2E9C-101B-9397-08002B2CF9AE}" pid="6" name="TemplafyTemplateId">
    <vt:lpwstr>1038063900723773897</vt:lpwstr>
  </property>
  <property fmtid="{D5CDD505-2E9C-101B-9397-08002B2CF9AE}" pid="7" name="TemplafyUserProfileId">
    <vt:lpwstr>845628234762027787</vt:lpwstr>
  </property>
  <property fmtid="{D5CDD505-2E9C-101B-9397-08002B2CF9AE}" pid="8" name="TemplafyLanguageCode">
    <vt:lpwstr>en-GB</vt:lpwstr>
  </property>
  <property fmtid="{D5CDD505-2E9C-101B-9397-08002B2CF9AE}" pid="9" name="TemplafyFromBlank">
    <vt:bool>true</vt:bool>
  </property>
  <property fmtid="{D5CDD505-2E9C-101B-9397-08002B2CF9AE}" pid="10" name="MSIP_Label_8dfc4922-3fd1-4789-82f2-615f80bb0c20_Enabled">
    <vt:lpwstr>true</vt:lpwstr>
  </property>
  <property fmtid="{D5CDD505-2E9C-101B-9397-08002B2CF9AE}" pid="11" name="MSIP_Label_8dfc4922-3fd1-4789-82f2-615f80bb0c20_SetDate">
    <vt:lpwstr>2026-07-10T12:41:01Z</vt:lpwstr>
  </property>
  <property fmtid="{D5CDD505-2E9C-101B-9397-08002B2CF9AE}" pid="12" name="MSIP_Label_8dfc4922-3fd1-4789-82f2-615f80bb0c20_Method">
    <vt:lpwstr>Privileged</vt:lpwstr>
  </property>
  <property fmtid="{D5CDD505-2E9C-101B-9397-08002B2CF9AE}" pid="13" name="MSIP_Label_8dfc4922-3fd1-4789-82f2-615f80bb0c20_Name">
    <vt:lpwstr>Public</vt:lpwstr>
  </property>
  <property fmtid="{D5CDD505-2E9C-101B-9397-08002B2CF9AE}" pid="14" name="MSIP_Label_8dfc4922-3fd1-4789-82f2-615f80bb0c20_SiteId">
    <vt:lpwstr>ca18acb0-3312-44f2-869d-5b01ed8bb47d</vt:lpwstr>
  </property>
  <property fmtid="{D5CDD505-2E9C-101B-9397-08002B2CF9AE}" pid="15" name="MSIP_Label_8dfc4922-3fd1-4789-82f2-615f80bb0c20_ActionId">
    <vt:lpwstr>f41afd8a-ecf0-4403-b757-9f7f15fbf138</vt:lpwstr>
  </property>
  <property fmtid="{D5CDD505-2E9C-101B-9397-08002B2CF9AE}" pid="16" name="MSIP_Label_8dfc4922-3fd1-4789-82f2-615f80bb0c20_ContentBits">
    <vt:lpwstr>0</vt:lpwstr>
  </property>
  <property fmtid="{D5CDD505-2E9C-101B-9397-08002B2CF9AE}" pid="17" name="MSIP_Label_8dfc4922-3fd1-4789-82f2-615f80bb0c20_Tag">
    <vt:lpwstr>10, 0, 1, 1</vt:lpwstr>
  </property>
</Properties>
</file>